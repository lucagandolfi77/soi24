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3" r:id="rId1"/>
    <p:sldMasterId id="2147483690" r:id="rId2"/>
    <p:sldMasterId id="2147483701" r:id="rId3"/>
  </p:sldMasterIdLst>
  <p:notesMasterIdLst>
    <p:notesMasterId r:id="rId7"/>
  </p:notesMasterIdLst>
  <p:handoutMasterIdLst>
    <p:handoutMasterId r:id="rId8"/>
  </p:handoutMasterIdLst>
  <p:sldIdLst>
    <p:sldId id="817" r:id="rId4"/>
    <p:sldId id="818" r:id="rId5"/>
    <p:sldId id="819" r:id="rId6"/>
  </p:sldIdLst>
  <p:sldSz cx="9144000" cy="5143500" type="screen16x9"/>
  <p:notesSz cx="6797675" cy="9926638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7">
          <p15:clr>
            <a:srgbClr val="A4A3A4"/>
          </p15:clr>
        </p15:guide>
        <p15:guide id="2" pos="214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Pomi Paola" initials="PP" lastIdx="2" clrIdx="0">
    <p:extLst>
      <p:ext uri="{19B8F6BF-5375-455C-9EA6-DF929625EA0E}">
        <p15:presenceInfo xmlns:p15="http://schemas.microsoft.com/office/powerpoint/2012/main" userId="S-1-5-21-2772064354-4079968122-2662097000-1136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6600"/>
    <a:srgbClr val="FF99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638B1855-1B75-4FBE-930C-398BA8C253C6}" styleName="Stile con tema 2 - Colore 6">
    <a:tblBg>
      <a:fillRef idx="3">
        <a:schemeClr val="accent6"/>
      </a:fillRef>
      <a:effectRef idx="3">
        <a:schemeClr val="accent6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6">
                <a:tint val="50000"/>
              </a:schemeClr>
            </a:lnRef>
          </a:left>
          <a:right>
            <a:lnRef idx="1">
              <a:schemeClr val="accent6">
                <a:tint val="50000"/>
              </a:schemeClr>
            </a:lnRef>
          </a:right>
          <a:top>
            <a:lnRef idx="1">
              <a:schemeClr val="accent6">
                <a:tint val="50000"/>
              </a:schemeClr>
            </a:lnRef>
          </a:top>
          <a:bottom>
            <a:lnRef idx="1">
              <a:schemeClr val="accent6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18603FDC-E32A-4AB5-989C-0864C3EAD2B8}" styleName="Stile con tema 2 - Colore 2">
    <a:tblBg>
      <a:fillRef idx="3">
        <a:schemeClr val="accent2"/>
      </a:fillRef>
      <a:effectRef idx="3">
        <a:schemeClr val="accent2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2">
                <a:tint val="50000"/>
              </a:schemeClr>
            </a:lnRef>
          </a:left>
          <a:right>
            <a:lnRef idx="1">
              <a:schemeClr val="accent2">
                <a:tint val="50000"/>
              </a:schemeClr>
            </a:lnRef>
          </a:right>
          <a:top>
            <a:lnRef idx="1">
              <a:schemeClr val="accent2">
                <a:tint val="50000"/>
              </a:schemeClr>
            </a:lnRef>
          </a:top>
          <a:bottom>
            <a:lnRef idx="1">
              <a:schemeClr val="accent2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27F97BB-C833-4FB7-BDE5-3F7075034690}" styleName="Stile con tema 2 - Colore 5">
    <a:tblBg>
      <a:fillRef idx="3">
        <a:schemeClr val="accent5"/>
      </a:fillRef>
      <a:effectRef idx="3">
        <a:schemeClr val="accent5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5">
                <a:tint val="50000"/>
              </a:schemeClr>
            </a:lnRef>
          </a:left>
          <a:right>
            <a:lnRef idx="1">
              <a:schemeClr val="accent5">
                <a:tint val="50000"/>
              </a:schemeClr>
            </a:lnRef>
          </a:right>
          <a:top>
            <a:lnRef idx="1">
              <a:schemeClr val="accent5">
                <a:tint val="50000"/>
              </a:schemeClr>
            </a:lnRef>
          </a:top>
          <a:bottom>
            <a:lnRef idx="1">
              <a:schemeClr val="accent5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5C22544A-7EE6-4342-B048-85BDC9FD1C3A}" styleName="Stile medio 2 - Color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essuno stile, griglia tabel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9CF1AB2-1976-4502-BF36-3FF5EA218861}" styleName="Stile medio 4 - Color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32" autoAdjust="0"/>
    <p:restoredTop sz="94674" autoAdjust="0"/>
  </p:normalViewPr>
  <p:slideViewPr>
    <p:cSldViewPr>
      <p:cViewPr varScale="1">
        <p:scale>
          <a:sx n="146" d="100"/>
          <a:sy n="146" d="100"/>
        </p:scale>
        <p:origin x="570" y="108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-2224"/>
    </p:cViewPr>
  </p:sorterViewPr>
  <p:notesViewPr>
    <p:cSldViewPr>
      <p:cViewPr varScale="1">
        <p:scale>
          <a:sx n="59" d="100"/>
          <a:sy n="59" d="100"/>
        </p:scale>
        <p:origin x="-3264" y="-77"/>
      </p:cViewPr>
      <p:guideLst>
        <p:guide orient="horz" pos="3127"/>
        <p:guide pos="2141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13" Type="http://schemas.openxmlformats.org/officeDocument/2006/relationships/tableStyles" Target="tableStyles.xml"/><Relationship Id="rId3" Type="http://schemas.openxmlformats.org/officeDocument/2006/relationships/slideMaster" Target="slideMasters/slideMaster3.xml"/><Relationship Id="rId7" Type="http://schemas.openxmlformats.org/officeDocument/2006/relationships/notesMaster" Target="notesMasters/notesMaster1.xml"/><Relationship Id="rId12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viewProps" Target="viewProps.xml"/><Relationship Id="rId5" Type="http://schemas.openxmlformats.org/officeDocument/2006/relationships/slide" Target="slides/slide2.xml"/><Relationship Id="rId10" Type="http://schemas.openxmlformats.org/officeDocument/2006/relationships/presProps" Target="presProps.xml"/><Relationship Id="rId4" Type="http://schemas.openxmlformats.org/officeDocument/2006/relationships/slide" Target="slides/slide1.xml"/><Relationship Id="rId9" Type="http://schemas.openxmlformats.org/officeDocument/2006/relationships/commentAuthors" Target="commentAuthors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irko Menecali" userId="3f9f2e7330a7b12f" providerId="LiveId" clId="{4DA84C3D-DB39-48EF-98E9-ECCE11E8F5F8}"/>
    <pc:docChg chg="custSel modSld">
      <pc:chgData name="Mirko Menecali" userId="3f9f2e7330a7b12f" providerId="LiveId" clId="{4DA84C3D-DB39-48EF-98E9-ECCE11E8F5F8}" dt="2020-11-14T14:58:58.579" v="28" actId="22"/>
      <pc:docMkLst>
        <pc:docMk/>
      </pc:docMkLst>
      <pc:sldChg chg="addSp mod">
        <pc:chgData name="Mirko Menecali" userId="3f9f2e7330a7b12f" providerId="LiveId" clId="{4DA84C3D-DB39-48EF-98E9-ECCE11E8F5F8}" dt="2020-11-14T14:58:58.579" v="28" actId="22"/>
        <pc:sldMkLst>
          <pc:docMk/>
          <pc:sldMk cId="4218360268" sldId="848"/>
        </pc:sldMkLst>
        <pc:spChg chg="add">
          <ac:chgData name="Mirko Menecali" userId="3f9f2e7330a7b12f" providerId="LiveId" clId="{4DA84C3D-DB39-48EF-98E9-ECCE11E8F5F8}" dt="2020-11-14T14:58:58.579" v="28" actId="22"/>
          <ac:spMkLst>
            <pc:docMk/>
            <pc:sldMk cId="4218360268" sldId="848"/>
            <ac:spMk id="133" creationId="{BE406621-5C72-4D5B-901D-152AD2CA3264}"/>
          </ac:spMkLst>
        </pc:spChg>
      </pc:sldChg>
      <pc:sldChg chg="addSp delSp modSp mod">
        <pc:chgData name="Mirko Menecali" userId="3f9f2e7330a7b12f" providerId="LiveId" clId="{4DA84C3D-DB39-48EF-98E9-ECCE11E8F5F8}" dt="2020-11-14T14:58:50.483" v="27" actId="20577"/>
        <pc:sldMkLst>
          <pc:docMk/>
          <pc:sldMk cId="3220912734" sldId="849"/>
        </pc:sldMkLst>
        <pc:spChg chg="add del">
          <ac:chgData name="Mirko Menecali" userId="3f9f2e7330a7b12f" providerId="LiveId" clId="{4DA84C3D-DB39-48EF-98E9-ECCE11E8F5F8}" dt="2020-11-14T14:58:07.722" v="1" actId="478"/>
          <ac:spMkLst>
            <pc:docMk/>
            <pc:sldMk cId="3220912734" sldId="849"/>
            <ac:spMk id="8" creationId="{36C12AAC-7EF7-46F4-AA90-9BE7BFD74B53}"/>
          </ac:spMkLst>
        </pc:spChg>
        <pc:spChg chg="add mod">
          <ac:chgData name="Mirko Menecali" userId="3f9f2e7330a7b12f" providerId="LiveId" clId="{4DA84C3D-DB39-48EF-98E9-ECCE11E8F5F8}" dt="2020-11-14T14:58:50.483" v="27" actId="20577"/>
          <ac:spMkLst>
            <pc:docMk/>
            <pc:sldMk cId="3220912734" sldId="849"/>
            <ac:spMk id="9" creationId="{1C77F37B-9B28-4852-9ED1-03F93DCAB1F7}"/>
          </ac:spMkLst>
        </pc:spChg>
        <pc:spChg chg="mod">
          <ac:chgData name="Mirko Menecali" userId="3f9f2e7330a7b12f" providerId="LiveId" clId="{4DA84C3D-DB39-48EF-98E9-ECCE11E8F5F8}" dt="2020-11-14T14:58:11.768" v="2"/>
          <ac:spMkLst>
            <pc:docMk/>
            <pc:sldMk cId="3220912734" sldId="849"/>
            <ac:spMk id="56" creationId="{6FEE7DE4-E612-4EDA-B904-1AE94AE55CA5}"/>
          </ac:spMkLst>
        </pc:spChg>
        <pc:graphicFrameChg chg="add del">
          <ac:chgData name="Mirko Menecali" userId="3f9f2e7330a7b12f" providerId="LiveId" clId="{4DA84C3D-DB39-48EF-98E9-ECCE11E8F5F8}" dt="2020-11-14T14:58:07.722" v="1" actId="478"/>
          <ac:graphicFrameMkLst>
            <pc:docMk/>
            <pc:sldMk cId="3220912734" sldId="849"/>
            <ac:graphicFrameMk id="7" creationId="{A773C0B9-B44D-4BC6-B6B4-F1517027B7A1}"/>
          </ac:graphicFrameMkLst>
        </pc:graphicFrameChg>
      </pc:sldChg>
    </pc:docChg>
  </pc:docChgLst>
  <pc:docChgLst>
    <pc:chgData name="Mirko Menecali" userId="3f9f2e7330a7b12f" providerId="LiveId" clId="{FF091F2F-33EB-4F3B-BAF0-B56D3E0CCE5D}"/>
    <pc:docChg chg="undo custSel delSld modSld sldOrd">
      <pc:chgData name="Mirko Menecali" userId="3f9f2e7330a7b12f" providerId="LiveId" clId="{FF091F2F-33EB-4F3B-BAF0-B56D3E0CCE5D}" dt="2020-11-14T19:38:35.274" v="112"/>
      <pc:docMkLst>
        <pc:docMk/>
      </pc:docMkLst>
      <pc:sldChg chg="addSp delSp mod">
        <pc:chgData name="Mirko Menecali" userId="3f9f2e7330a7b12f" providerId="LiveId" clId="{FF091F2F-33EB-4F3B-BAF0-B56D3E0CCE5D}" dt="2020-11-14T19:32:06.913" v="15" actId="22"/>
        <pc:sldMkLst>
          <pc:docMk/>
          <pc:sldMk cId="2508281316" sldId="402"/>
        </pc:sldMkLst>
        <pc:spChg chg="add del">
          <ac:chgData name="Mirko Menecali" userId="3f9f2e7330a7b12f" providerId="LiveId" clId="{FF091F2F-33EB-4F3B-BAF0-B56D3E0CCE5D}" dt="2020-11-14T19:32:06.913" v="15" actId="22"/>
          <ac:spMkLst>
            <pc:docMk/>
            <pc:sldMk cId="2508281316" sldId="402"/>
            <ac:spMk id="3" creationId="{6ADEECA4-FCE2-4686-B60E-DEAE3915ED6A}"/>
          </ac:spMkLst>
        </pc:spChg>
      </pc:sldChg>
      <pc:sldChg chg="modSp">
        <pc:chgData name="Mirko Menecali" userId="3f9f2e7330a7b12f" providerId="LiveId" clId="{FF091F2F-33EB-4F3B-BAF0-B56D3E0CCE5D}" dt="2020-11-14T19:38:35.274" v="112"/>
        <pc:sldMkLst>
          <pc:docMk/>
          <pc:sldMk cId="3009760277" sldId="780"/>
        </pc:sldMkLst>
        <pc:graphicFrameChg chg="mod">
          <ac:chgData name="Mirko Menecali" userId="3f9f2e7330a7b12f" providerId="LiveId" clId="{FF091F2F-33EB-4F3B-BAF0-B56D3E0CCE5D}" dt="2020-11-14T19:38:35.274" v="112"/>
          <ac:graphicFrameMkLst>
            <pc:docMk/>
            <pc:sldMk cId="3009760277" sldId="780"/>
            <ac:graphicFrameMk id="5" creationId="{94C58537-B4F2-4EC7-8FEB-793CAE0ECEF4}"/>
          </ac:graphicFrameMkLst>
        </pc:graphicFrameChg>
      </pc:sldChg>
      <pc:sldChg chg="addSp modSp mod">
        <pc:chgData name="Mirko Menecali" userId="3f9f2e7330a7b12f" providerId="LiveId" clId="{FF091F2F-33EB-4F3B-BAF0-B56D3E0CCE5D}" dt="2020-11-14T19:31:50.887" v="13" actId="17032"/>
        <pc:sldMkLst>
          <pc:docMk/>
          <pc:sldMk cId="3937366337" sldId="817"/>
        </pc:sldMkLst>
        <pc:spChg chg="add mod">
          <ac:chgData name="Mirko Menecali" userId="3f9f2e7330a7b12f" providerId="LiveId" clId="{FF091F2F-33EB-4F3B-BAF0-B56D3E0CCE5D}" dt="2020-11-14T19:31:50.887" v="13" actId="17032"/>
          <ac:spMkLst>
            <pc:docMk/>
            <pc:sldMk cId="3937366337" sldId="817"/>
            <ac:spMk id="2" creationId="{63660CBE-9DED-4E0A-AE51-5F0DB000468C}"/>
          </ac:spMkLst>
        </pc:spChg>
      </pc:sldChg>
      <pc:sldChg chg="addSp modSp mod">
        <pc:chgData name="Mirko Menecali" userId="3f9f2e7330a7b12f" providerId="LiveId" clId="{FF091F2F-33EB-4F3B-BAF0-B56D3E0CCE5D}" dt="2020-11-14T19:32:19.102" v="29" actId="14100"/>
        <pc:sldMkLst>
          <pc:docMk/>
          <pc:sldMk cId="1713931696" sldId="836"/>
        </pc:sldMkLst>
        <pc:spChg chg="add mod">
          <ac:chgData name="Mirko Menecali" userId="3f9f2e7330a7b12f" providerId="LiveId" clId="{FF091F2F-33EB-4F3B-BAF0-B56D3E0CCE5D}" dt="2020-11-14T19:32:19.102" v="29" actId="14100"/>
          <ac:spMkLst>
            <pc:docMk/>
            <pc:sldMk cId="1713931696" sldId="836"/>
            <ac:spMk id="2" creationId="{DA61FF0C-D9C3-4BC7-B8DA-149D7DCB57EE}"/>
          </ac:spMkLst>
        </pc:spChg>
      </pc:sldChg>
      <pc:sldChg chg="modSp mod">
        <pc:chgData name="Mirko Menecali" userId="3f9f2e7330a7b12f" providerId="LiveId" clId="{FF091F2F-33EB-4F3B-BAF0-B56D3E0CCE5D}" dt="2020-11-14T19:27:05.891" v="0" actId="20577"/>
        <pc:sldMkLst>
          <pc:docMk/>
          <pc:sldMk cId="1282735310" sldId="838"/>
        </pc:sldMkLst>
        <pc:spChg chg="mod">
          <ac:chgData name="Mirko Menecali" userId="3f9f2e7330a7b12f" providerId="LiveId" clId="{FF091F2F-33EB-4F3B-BAF0-B56D3E0CCE5D}" dt="2020-11-14T19:27:05.891" v="0" actId="20577"/>
          <ac:spMkLst>
            <pc:docMk/>
            <pc:sldMk cId="1282735310" sldId="838"/>
            <ac:spMk id="10" creationId="{1AF53F46-79B8-435D-8903-3A011B7A9267}"/>
          </ac:spMkLst>
        </pc:spChg>
      </pc:sldChg>
      <pc:sldChg chg="del">
        <pc:chgData name="Mirko Menecali" userId="3f9f2e7330a7b12f" providerId="LiveId" clId="{FF091F2F-33EB-4F3B-BAF0-B56D3E0CCE5D}" dt="2020-11-14T19:28:09.943" v="1" actId="47"/>
        <pc:sldMkLst>
          <pc:docMk/>
          <pc:sldMk cId="609047669" sldId="839"/>
        </pc:sldMkLst>
      </pc:sldChg>
      <pc:sldChg chg="addSp modSp mod">
        <pc:chgData name="Mirko Menecali" userId="3f9f2e7330a7b12f" providerId="LiveId" clId="{FF091F2F-33EB-4F3B-BAF0-B56D3E0CCE5D}" dt="2020-11-14T19:32:31.156" v="50" actId="14100"/>
        <pc:sldMkLst>
          <pc:docMk/>
          <pc:sldMk cId="4231054018" sldId="846"/>
        </pc:sldMkLst>
        <pc:spChg chg="add mod">
          <ac:chgData name="Mirko Menecali" userId="3f9f2e7330a7b12f" providerId="LiveId" clId="{FF091F2F-33EB-4F3B-BAF0-B56D3E0CCE5D}" dt="2020-11-14T19:32:31.156" v="50" actId="14100"/>
          <ac:spMkLst>
            <pc:docMk/>
            <pc:sldMk cId="4231054018" sldId="846"/>
            <ac:spMk id="2" creationId="{54B62231-3D3D-466F-9C1F-9D4D5DCFBCC7}"/>
          </ac:spMkLst>
        </pc:spChg>
      </pc:sldChg>
      <pc:sldChg chg="modSp mod ord">
        <pc:chgData name="Mirko Menecali" userId="3f9f2e7330a7b12f" providerId="LiveId" clId="{FF091F2F-33EB-4F3B-BAF0-B56D3E0CCE5D}" dt="2020-11-14T19:37:31.153" v="108"/>
        <pc:sldMkLst>
          <pc:docMk/>
          <pc:sldMk cId="2835116492" sldId="847"/>
        </pc:sldMkLst>
        <pc:graphicFrameChg chg="mod">
          <ac:chgData name="Mirko Menecali" userId="3f9f2e7330a7b12f" providerId="LiveId" clId="{FF091F2F-33EB-4F3B-BAF0-B56D3E0CCE5D}" dt="2020-11-14T19:30:47.741" v="10"/>
          <ac:graphicFrameMkLst>
            <pc:docMk/>
            <pc:sldMk cId="2835116492" sldId="847"/>
            <ac:graphicFrameMk id="5" creationId="{85E6A4FA-6B8C-4B63-AA87-1A9E09F5F5E4}"/>
          </ac:graphicFrameMkLst>
        </pc:graphicFrameChg>
        <pc:picChg chg="mod">
          <ac:chgData name="Mirko Menecali" userId="3f9f2e7330a7b12f" providerId="LiveId" clId="{FF091F2F-33EB-4F3B-BAF0-B56D3E0CCE5D}" dt="2020-11-14T19:30:29.079" v="9" actId="1076"/>
          <ac:picMkLst>
            <pc:docMk/>
            <pc:sldMk cId="2835116492" sldId="847"/>
            <ac:picMk id="7" creationId="{92D0B69E-C3E5-488E-BE28-43D6056E70A9}"/>
          </ac:picMkLst>
        </pc:picChg>
      </pc:sldChg>
      <pc:sldChg chg="modSp mod">
        <pc:chgData name="Mirko Menecali" userId="3f9f2e7330a7b12f" providerId="LiveId" clId="{FF091F2F-33EB-4F3B-BAF0-B56D3E0CCE5D}" dt="2020-11-14T19:35:55.726" v="86" actId="1035"/>
        <pc:sldMkLst>
          <pc:docMk/>
          <pc:sldMk cId="4218360268" sldId="848"/>
        </pc:sldMkLst>
        <pc:spChg chg="mod">
          <ac:chgData name="Mirko Menecali" userId="3f9f2e7330a7b12f" providerId="LiveId" clId="{FF091F2F-33EB-4F3B-BAF0-B56D3E0CCE5D}" dt="2020-11-14T19:35:34.426" v="70" actId="108"/>
          <ac:spMkLst>
            <pc:docMk/>
            <pc:sldMk cId="4218360268" sldId="848"/>
            <ac:spMk id="46" creationId="{C9AE87C2-93F0-453D-AD72-47F40DD2006D}"/>
          </ac:spMkLst>
        </pc:spChg>
        <pc:spChg chg="mod">
          <ac:chgData name="Mirko Menecali" userId="3f9f2e7330a7b12f" providerId="LiveId" clId="{FF091F2F-33EB-4F3B-BAF0-B56D3E0CCE5D}" dt="2020-11-14T19:35:29.946" v="68" actId="948"/>
          <ac:spMkLst>
            <pc:docMk/>
            <pc:sldMk cId="4218360268" sldId="848"/>
            <ac:spMk id="56" creationId="{6FEE7DE4-E612-4EDA-B904-1AE94AE55CA5}"/>
          </ac:spMkLst>
        </pc:spChg>
        <pc:spChg chg="mod">
          <ac:chgData name="Mirko Menecali" userId="3f9f2e7330a7b12f" providerId="LiveId" clId="{FF091F2F-33EB-4F3B-BAF0-B56D3E0CCE5D}" dt="2020-11-14T19:35:35.347" v="71" actId="108"/>
          <ac:spMkLst>
            <pc:docMk/>
            <pc:sldMk cId="4218360268" sldId="848"/>
            <ac:spMk id="58" creationId="{68A1C7F4-9658-433F-9BF2-69BA5BE3649D}"/>
          </ac:spMkLst>
        </pc:spChg>
        <pc:spChg chg="mod">
          <ac:chgData name="Mirko Menecali" userId="3f9f2e7330a7b12f" providerId="LiveId" clId="{FF091F2F-33EB-4F3B-BAF0-B56D3E0CCE5D}" dt="2020-11-14T19:35:36.482" v="72" actId="108"/>
          <ac:spMkLst>
            <pc:docMk/>
            <pc:sldMk cId="4218360268" sldId="848"/>
            <ac:spMk id="60" creationId="{525DDB47-398C-489F-A2D0-4C9C4505B49C}"/>
          </ac:spMkLst>
        </pc:spChg>
        <pc:spChg chg="mod">
          <ac:chgData name="Mirko Menecali" userId="3f9f2e7330a7b12f" providerId="LiveId" clId="{FF091F2F-33EB-4F3B-BAF0-B56D3E0CCE5D}" dt="2020-11-14T19:35:37.170" v="73" actId="108"/>
          <ac:spMkLst>
            <pc:docMk/>
            <pc:sldMk cId="4218360268" sldId="848"/>
            <ac:spMk id="62" creationId="{2DAFF5BD-059B-438F-9D85-898218C16C8A}"/>
          </ac:spMkLst>
        </pc:spChg>
        <pc:spChg chg="mod">
          <ac:chgData name="Mirko Menecali" userId="3f9f2e7330a7b12f" providerId="LiveId" clId="{FF091F2F-33EB-4F3B-BAF0-B56D3E0CCE5D}" dt="2020-11-14T19:34:38.643" v="61" actId="948"/>
          <ac:spMkLst>
            <pc:docMk/>
            <pc:sldMk cId="4218360268" sldId="848"/>
            <ac:spMk id="64" creationId="{6253B480-6F77-4CD6-9463-7EA40D092242}"/>
          </ac:spMkLst>
        </pc:spChg>
        <pc:spChg chg="mod">
          <ac:chgData name="Mirko Menecali" userId="3f9f2e7330a7b12f" providerId="LiveId" clId="{FF091F2F-33EB-4F3B-BAF0-B56D3E0CCE5D}" dt="2020-11-14T19:35:37.977" v="74" actId="108"/>
          <ac:spMkLst>
            <pc:docMk/>
            <pc:sldMk cId="4218360268" sldId="848"/>
            <ac:spMk id="66" creationId="{AD05A29C-3CDC-4E08-8EA0-7D3FD1F645AB}"/>
          </ac:spMkLst>
        </pc:spChg>
        <pc:spChg chg="mod">
          <ac:chgData name="Mirko Menecali" userId="3f9f2e7330a7b12f" providerId="LiveId" clId="{FF091F2F-33EB-4F3B-BAF0-B56D3E0CCE5D}" dt="2020-11-14T19:35:38.703" v="75" actId="108"/>
          <ac:spMkLst>
            <pc:docMk/>
            <pc:sldMk cId="4218360268" sldId="848"/>
            <ac:spMk id="68" creationId="{F12AA3ED-3DB5-4FFD-9C55-CF864A89B130}"/>
          </ac:spMkLst>
        </pc:spChg>
        <pc:spChg chg="mod">
          <ac:chgData name="Mirko Menecali" userId="3f9f2e7330a7b12f" providerId="LiveId" clId="{FF091F2F-33EB-4F3B-BAF0-B56D3E0CCE5D}" dt="2020-11-14T19:35:39.409" v="76" actId="108"/>
          <ac:spMkLst>
            <pc:docMk/>
            <pc:sldMk cId="4218360268" sldId="848"/>
            <ac:spMk id="70" creationId="{CD183E68-1499-4322-95F1-9A837C0DC446}"/>
          </ac:spMkLst>
        </pc:spChg>
        <pc:spChg chg="mod">
          <ac:chgData name="Mirko Menecali" userId="3f9f2e7330a7b12f" providerId="LiveId" clId="{FF091F2F-33EB-4F3B-BAF0-B56D3E0CCE5D}" dt="2020-11-14T19:34:56.603" v="64" actId="108"/>
          <ac:spMkLst>
            <pc:docMk/>
            <pc:sldMk cId="4218360268" sldId="848"/>
            <ac:spMk id="72" creationId="{44DE20F1-D25F-4384-9E7C-5BFB27E0E581}"/>
          </ac:spMkLst>
        </pc:spChg>
        <pc:spChg chg="mod">
          <ac:chgData name="Mirko Menecali" userId="3f9f2e7330a7b12f" providerId="LiveId" clId="{FF091F2F-33EB-4F3B-BAF0-B56D3E0CCE5D}" dt="2020-11-14T19:34:24.279" v="60" actId="948"/>
          <ac:spMkLst>
            <pc:docMk/>
            <pc:sldMk cId="4218360268" sldId="848"/>
            <ac:spMk id="76" creationId="{1B354E72-2F9D-4516-BAB2-7C384CE2A1ED}"/>
          </ac:spMkLst>
        </pc:spChg>
        <pc:spChg chg="mod">
          <ac:chgData name="Mirko Menecali" userId="3f9f2e7330a7b12f" providerId="LiveId" clId="{FF091F2F-33EB-4F3B-BAF0-B56D3E0CCE5D}" dt="2020-11-14T19:34:43.246" v="62" actId="108"/>
          <ac:spMkLst>
            <pc:docMk/>
            <pc:sldMk cId="4218360268" sldId="848"/>
            <ac:spMk id="82" creationId="{AFFD1421-F1DD-4FBA-8329-AE76FB55FEE8}"/>
          </ac:spMkLst>
        </pc:spChg>
        <pc:spChg chg="mod">
          <ac:chgData name="Mirko Menecali" userId="3f9f2e7330a7b12f" providerId="LiveId" clId="{FF091F2F-33EB-4F3B-BAF0-B56D3E0CCE5D}" dt="2020-11-14T19:35:55.726" v="86" actId="1035"/>
          <ac:spMkLst>
            <pc:docMk/>
            <pc:sldMk cId="4218360268" sldId="848"/>
            <ac:spMk id="84" creationId="{712EBFBA-B695-452F-AA5C-BBD7F9CDB4EF}"/>
          </ac:spMkLst>
        </pc:spChg>
        <pc:spChg chg="mod">
          <ac:chgData name="Mirko Menecali" userId="3f9f2e7330a7b12f" providerId="LiveId" clId="{FF091F2F-33EB-4F3B-BAF0-B56D3E0CCE5D}" dt="2020-11-14T19:35:55.726" v="86" actId="1035"/>
          <ac:spMkLst>
            <pc:docMk/>
            <pc:sldMk cId="4218360268" sldId="848"/>
            <ac:spMk id="86" creationId="{DD772CFD-47E3-41A8-9488-83573051EE96}"/>
          </ac:spMkLst>
        </pc:spChg>
        <pc:spChg chg="mod">
          <ac:chgData name="Mirko Menecali" userId="3f9f2e7330a7b12f" providerId="LiveId" clId="{FF091F2F-33EB-4F3B-BAF0-B56D3E0CCE5D}" dt="2020-11-14T19:35:55.726" v="86" actId="1035"/>
          <ac:spMkLst>
            <pc:docMk/>
            <pc:sldMk cId="4218360268" sldId="848"/>
            <ac:spMk id="88" creationId="{B06C221E-81FB-46FA-A007-11614869771C}"/>
          </ac:spMkLst>
        </pc:spChg>
        <pc:spChg chg="mod">
          <ac:chgData name="Mirko Menecali" userId="3f9f2e7330a7b12f" providerId="LiveId" clId="{FF091F2F-33EB-4F3B-BAF0-B56D3E0CCE5D}" dt="2020-11-14T19:35:55.726" v="86" actId="1035"/>
          <ac:spMkLst>
            <pc:docMk/>
            <pc:sldMk cId="4218360268" sldId="848"/>
            <ac:spMk id="90" creationId="{49D92199-458B-48FE-AECD-CD9AEE0417E0}"/>
          </ac:spMkLst>
        </pc:spChg>
        <pc:spChg chg="mod">
          <ac:chgData name="Mirko Menecali" userId="3f9f2e7330a7b12f" providerId="LiveId" clId="{FF091F2F-33EB-4F3B-BAF0-B56D3E0CCE5D}" dt="2020-11-14T19:35:43.126" v="80" actId="108"/>
          <ac:spMkLst>
            <pc:docMk/>
            <pc:sldMk cId="4218360268" sldId="848"/>
            <ac:spMk id="92" creationId="{63F30F4F-A903-44EC-BB7F-255DFD5CE2EE}"/>
          </ac:spMkLst>
        </pc:spChg>
        <pc:spChg chg="mod">
          <ac:chgData name="Mirko Menecali" userId="3f9f2e7330a7b12f" providerId="LiveId" clId="{FF091F2F-33EB-4F3B-BAF0-B56D3E0CCE5D}" dt="2020-11-14T19:35:43.755" v="81" actId="108"/>
          <ac:spMkLst>
            <pc:docMk/>
            <pc:sldMk cId="4218360268" sldId="848"/>
            <ac:spMk id="94" creationId="{F4F49544-B7F4-4F72-83BB-3D4455E22DD9}"/>
          </ac:spMkLst>
        </pc:spChg>
        <pc:spChg chg="mod">
          <ac:chgData name="Mirko Menecali" userId="3f9f2e7330a7b12f" providerId="LiveId" clId="{FF091F2F-33EB-4F3B-BAF0-B56D3E0CCE5D}" dt="2020-11-14T19:35:44.829" v="82" actId="108"/>
          <ac:spMkLst>
            <pc:docMk/>
            <pc:sldMk cId="4218360268" sldId="848"/>
            <ac:spMk id="96" creationId="{D3A30602-9AAE-4D11-859F-D6C66F9CFB50}"/>
          </ac:spMkLst>
        </pc:spChg>
        <pc:spChg chg="mod">
          <ac:chgData name="Mirko Menecali" userId="3f9f2e7330a7b12f" providerId="LiveId" clId="{FF091F2F-33EB-4F3B-BAF0-B56D3E0CCE5D}" dt="2020-11-14T19:34:59.462" v="66" actId="108"/>
          <ac:spMkLst>
            <pc:docMk/>
            <pc:sldMk cId="4218360268" sldId="848"/>
            <ac:spMk id="98" creationId="{7A4A5D64-66FA-4850-A251-185897327079}"/>
          </ac:spMkLst>
        </pc:spChg>
        <pc:spChg chg="mod">
          <ac:chgData name="Mirko Menecali" userId="3f9f2e7330a7b12f" providerId="LiveId" clId="{FF091F2F-33EB-4F3B-BAF0-B56D3E0CCE5D}" dt="2020-11-14T19:28:35.719" v="2" actId="20577"/>
          <ac:spMkLst>
            <pc:docMk/>
            <pc:sldMk cId="4218360268" sldId="848"/>
            <ac:spMk id="115" creationId="{D8ABC01C-FFDB-45F3-B6C5-C0E1E375CD43}"/>
          </ac:spMkLst>
        </pc:spChg>
        <pc:spChg chg="mod">
          <ac:chgData name="Mirko Menecali" userId="3f9f2e7330a7b12f" providerId="LiveId" clId="{FF091F2F-33EB-4F3B-BAF0-B56D3E0CCE5D}" dt="2020-11-14T19:35:55.726" v="86" actId="1035"/>
          <ac:spMkLst>
            <pc:docMk/>
            <pc:sldMk cId="4218360268" sldId="848"/>
            <ac:spMk id="117" creationId="{55B82B9A-B522-4B60-BB0E-D18AD4CAF55A}"/>
          </ac:spMkLst>
        </pc:spChg>
        <pc:spChg chg="mod">
          <ac:chgData name="Mirko Menecali" userId="3f9f2e7330a7b12f" providerId="LiveId" clId="{FF091F2F-33EB-4F3B-BAF0-B56D3E0CCE5D}" dt="2020-11-14T19:28:48.341" v="5" actId="20577"/>
          <ac:spMkLst>
            <pc:docMk/>
            <pc:sldMk cId="4218360268" sldId="848"/>
            <ac:spMk id="123" creationId="{AA93CCC6-AD7F-4F4C-B454-BA8ADE359937}"/>
          </ac:spMkLst>
        </pc:spChg>
        <pc:spChg chg="mod">
          <ac:chgData name="Mirko Menecali" userId="3f9f2e7330a7b12f" providerId="LiveId" clId="{FF091F2F-33EB-4F3B-BAF0-B56D3E0CCE5D}" dt="2020-11-14T19:35:33.608" v="69" actId="108"/>
          <ac:spMkLst>
            <pc:docMk/>
            <pc:sldMk cId="4218360268" sldId="848"/>
            <ac:spMk id="133" creationId="{BE406621-5C72-4D5B-901D-152AD2CA3264}"/>
          </ac:spMkLst>
        </pc:spChg>
      </pc:sldChg>
      <pc:sldChg chg="modSp mod">
        <pc:chgData name="Mirko Menecali" userId="3f9f2e7330a7b12f" providerId="LiveId" clId="{FF091F2F-33EB-4F3B-BAF0-B56D3E0CCE5D}" dt="2020-11-14T19:36:43.700" v="106" actId="108"/>
        <pc:sldMkLst>
          <pc:docMk/>
          <pc:sldMk cId="3220912734" sldId="849"/>
        </pc:sldMkLst>
        <pc:spChg chg="mod">
          <ac:chgData name="Mirko Menecali" userId="3f9f2e7330a7b12f" providerId="LiveId" clId="{FF091F2F-33EB-4F3B-BAF0-B56D3E0CCE5D}" dt="2020-11-14T19:36:13.211" v="88" actId="108"/>
          <ac:spMkLst>
            <pc:docMk/>
            <pc:sldMk cId="3220912734" sldId="849"/>
            <ac:spMk id="9" creationId="{1C77F37B-9B28-4852-9ED1-03F93DCAB1F7}"/>
          </ac:spMkLst>
        </pc:spChg>
        <pc:spChg chg="mod">
          <ac:chgData name="Mirko Menecali" userId="3f9f2e7330a7b12f" providerId="LiveId" clId="{FF091F2F-33EB-4F3B-BAF0-B56D3E0CCE5D}" dt="2020-11-14T19:36:12.307" v="87" actId="108"/>
          <ac:spMkLst>
            <pc:docMk/>
            <pc:sldMk cId="3220912734" sldId="849"/>
            <ac:spMk id="56" creationId="{6FEE7DE4-E612-4EDA-B904-1AE94AE55CA5}"/>
          </ac:spMkLst>
        </pc:spChg>
        <pc:spChg chg="mod">
          <ac:chgData name="Mirko Menecali" userId="3f9f2e7330a7b12f" providerId="LiveId" clId="{FF091F2F-33EB-4F3B-BAF0-B56D3E0CCE5D}" dt="2020-11-14T19:36:14.830" v="90" actId="108"/>
          <ac:spMkLst>
            <pc:docMk/>
            <pc:sldMk cId="3220912734" sldId="849"/>
            <ac:spMk id="58" creationId="{68A1C7F4-9658-433F-9BF2-69BA5BE3649D}"/>
          </ac:spMkLst>
        </pc:spChg>
        <pc:spChg chg="mod">
          <ac:chgData name="Mirko Menecali" userId="3f9f2e7330a7b12f" providerId="LiveId" clId="{FF091F2F-33EB-4F3B-BAF0-B56D3E0CCE5D}" dt="2020-11-14T19:36:15.702" v="91" actId="108"/>
          <ac:spMkLst>
            <pc:docMk/>
            <pc:sldMk cId="3220912734" sldId="849"/>
            <ac:spMk id="60" creationId="{525DDB47-398C-489F-A2D0-4C9C4505B49C}"/>
          </ac:spMkLst>
        </pc:spChg>
        <pc:spChg chg="mod">
          <ac:chgData name="Mirko Menecali" userId="3f9f2e7330a7b12f" providerId="LiveId" clId="{FF091F2F-33EB-4F3B-BAF0-B56D3E0CCE5D}" dt="2020-11-14T19:36:16.442" v="92" actId="108"/>
          <ac:spMkLst>
            <pc:docMk/>
            <pc:sldMk cId="3220912734" sldId="849"/>
            <ac:spMk id="62" creationId="{2DAFF5BD-059B-438F-9D85-898218C16C8A}"/>
          </ac:spMkLst>
        </pc:spChg>
        <pc:spChg chg="mod">
          <ac:chgData name="Mirko Menecali" userId="3f9f2e7330a7b12f" providerId="LiveId" clId="{FF091F2F-33EB-4F3B-BAF0-B56D3E0CCE5D}" dt="2020-11-14T19:36:31.710" v="102" actId="108"/>
          <ac:spMkLst>
            <pc:docMk/>
            <pc:sldMk cId="3220912734" sldId="849"/>
            <ac:spMk id="64" creationId="{6253B480-6F77-4CD6-9463-7EA40D092242}"/>
          </ac:spMkLst>
        </pc:spChg>
        <pc:spChg chg="mod">
          <ac:chgData name="Mirko Menecali" userId="3f9f2e7330a7b12f" providerId="LiveId" clId="{FF091F2F-33EB-4F3B-BAF0-B56D3E0CCE5D}" dt="2020-11-14T19:36:17.176" v="93" actId="108"/>
          <ac:spMkLst>
            <pc:docMk/>
            <pc:sldMk cId="3220912734" sldId="849"/>
            <ac:spMk id="66" creationId="{AD05A29C-3CDC-4E08-8EA0-7D3FD1F645AB}"/>
          </ac:spMkLst>
        </pc:spChg>
        <pc:spChg chg="mod">
          <ac:chgData name="Mirko Menecali" userId="3f9f2e7330a7b12f" providerId="LiveId" clId="{FF091F2F-33EB-4F3B-BAF0-B56D3E0CCE5D}" dt="2020-11-14T19:36:17.868" v="94" actId="108"/>
          <ac:spMkLst>
            <pc:docMk/>
            <pc:sldMk cId="3220912734" sldId="849"/>
            <ac:spMk id="68" creationId="{F12AA3ED-3DB5-4FFD-9C55-CF864A89B130}"/>
          </ac:spMkLst>
        </pc:spChg>
        <pc:spChg chg="mod">
          <ac:chgData name="Mirko Menecali" userId="3f9f2e7330a7b12f" providerId="LiveId" clId="{FF091F2F-33EB-4F3B-BAF0-B56D3E0CCE5D}" dt="2020-11-14T19:36:18.409" v="95" actId="108"/>
          <ac:spMkLst>
            <pc:docMk/>
            <pc:sldMk cId="3220912734" sldId="849"/>
            <ac:spMk id="70" creationId="{CD183E68-1499-4322-95F1-9A837C0DC446}"/>
          </ac:spMkLst>
        </pc:spChg>
        <pc:spChg chg="mod">
          <ac:chgData name="Mirko Menecali" userId="3f9f2e7330a7b12f" providerId="LiveId" clId="{FF091F2F-33EB-4F3B-BAF0-B56D3E0CCE5D}" dt="2020-11-14T19:36:32.661" v="103" actId="108"/>
          <ac:spMkLst>
            <pc:docMk/>
            <pc:sldMk cId="3220912734" sldId="849"/>
            <ac:spMk id="72" creationId="{44DE20F1-D25F-4384-9E7C-5BFB27E0E581}"/>
          </ac:spMkLst>
        </pc:spChg>
        <pc:spChg chg="mod">
          <ac:chgData name="Mirko Menecali" userId="3f9f2e7330a7b12f" providerId="LiveId" clId="{FF091F2F-33EB-4F3B-BAF0-B56D3E0CCE5D}" dt="2020-11-14T19:36:19.079" v="96" actId="108"/>
          <ac:spMkLst>
            <pc:docMk/>
            <pc:sldMk cId="3220912734" sldId="849"/>
            <ac:spMk id="84" creationId="{712EBFBA-B695-452F-AA5C-BBD7F9CDB4EF}"/>
          </ac:spMkLst>
        </pc:spChg>
        <pc:spChg chg="mod">
          <ac:chgData name="Mirko Menecali" userId="3f9f2e7330a7b12f" providerId="LiveId" clId="{FF091F2F-33EB-4F3B-BAF0-B56D3E0CCE5D}" dt="2020-11-14T19:36:19.582" v="97" actId="108"/>
          <ac:spMkLst>
            <pc:docMk/>
            <pc:sldMk cId="3220912734" sldId="849"/>
            <ac:spMk id="86" creationId="{DD772CFD-47E3-41A8-9488-83573051EE96}"/>
          </ac:spMkLst>
        </pc:spChg>
        <pc:spChg chg="mod">
          <ac:chgData name="Mirko Menecali" userId="3f9f2e7330a7b12f" providerId="LiveId" clId="{FF091F2F-33EB-4F3B-BAF0-B56D3E0CCE5D}" dt="2020-11-14T19:36:20.191" v="98" actId="108"/>
          <ac:spMkLst>
            <pc:docMk/>
            <pc:sldMk cId="3220912734" sldId="849"/>
            <ac:spMk id="88" creationId="{B06C221E-81FB-46FA-A007-11614869771C}"/>
          </ac:spMkLst>
        </pc:spChg>
        <pc:spChg chg="mod">
          <ac:chgData name="Mirko Menecali" userId="3f9f2e7330a7b12f" providerId="LiveId" clId="{FF091F2F-33EB-4F3B-BAF0-B56D3E0CCE5D}" dt="2020-11-14T19:36:33.596" v="104" actId="108"/>
          <ac:spMkLst>
            <pc:docMk/>
            <pc:sldMk cId="3220912734" sldId="849"/>
            <ac:spMk id="90" creationId="{49D92199-458B-48FE-AECD-CD9AEE0417E0}"/>
          </ac:spMkLst>
        </pc:spChg>
        <pc:spChg chg="mod">
          <ac:chgData name="Mirko Menecali" userId="3f9f2e7330a7b12f" providerId="LiveId" clId="{FF091F2F-33EB-4F3B-BAF0-B56D3E0CCE5D}" dt="2020-11-14T19:36:20.793" v="99" actId="108"/>
          <ac:spMkLst>
            <pc:docMk/>
            <pc:sldMk cId="3220912734" sldId="849"/>
            <ac:spMk id="92" creationId="{63F30F4F-A903-44EC-BB7F-255DFD5CE2EE}"/>
          </ac:spMkLst>
        </pc:spChg>
        <pc:spChg chg="mod">
          <ac:chgData name="Mirko Menecali" userId="3f9f2e7330a7b12f" providerId="LiveId" clId="{FF091F2F-33EB-4F3B-BAF0-B56D3E0CCE5D}" dt="2020-11-14T19:36:21.395" v="100" actId="108"/>
          <ac:spMkLst>
            <pc:docMk/>
            <pc:sldMk cId="3220912734" sldId="849"/>
            <ac:spMk id="94" creationId="{F4F49544-B7F4-4F72-83BB-3D4455E22DD9}"/>
          </ac:spMkLst>
        </pc:spChg>
        <pc:spChg chg="mod">
          <ac:chgData name="Mirko Menecali" userId="3f9f2e7330a7b12f" providerId="LiveId" clId="{FF091F2F-33EB-4F3B-BAF0-B56D3E0CCE5D}" dt="2020-11-14T19:36:21.975" v="101" actId="108"/>
          <ac:spMkLst>
            <pc:docMk/>
            <pc:sldMk cId="3220912734" sldId="849"/>
            <ac:spMk id="96" creationId="{D3A30602-9AAE-4D11-859F-D6C66F9CFB50}"/>
          </ac:spMkLst>
        </pc:spChg>
        <pc:spChg chg="mod">
          <ac:chgData name="Mirko Menecali" userId="3f9f2e7330a7b12f" providerId="LiveId" clId="{FF091F2F-33EB-4F3B-BAF0-B56D3E0CCE5D}" dt="2020-11-14T19:36:34.755" v="105" actId="108"/>
          <ac:spMkLst>
            <pc:docMk/>
            <pc:sldMk cId="3220912734" sldId="849"/>
            <ac:spMk id="98" creationId="{7A4A5D64-66FA-4850-A251-185897327079}"/>
          </ac:spMkLst>
        </pc:spChg>
        <pc:spChg chg="mod">
          <ac:chgData name="Mirko Menecali" userId="3f9f2e7330a7b12f" providerId="LiveId" clId="{FF091F2F-33EB-4F3B-BAF0-B56D3E0CCE5D}" dt="2020-11-14T19:36:43.700" v="106" actId="108"/>
          <ac:spMkLst>
            <pc:docMk/>
            <pc:sldMk cId="3220912734" sldId="849"/>
            <ac:spMk id="117" creationId="{55B82B9A-B522-4B60-BB0E-D18AD4CAF55A}"/>
          </ac:spMkLst>
        </pc:spChg>
        <pc:spChg chg="mod">
          <ac:chgData name="Mirko Menecali" userId="3f9f2e7330a7b12f" providerId="LiveId" clId="{FF091F2F-33EB-4F3B-BAF0-B56D3E0CCE5D}" dt="2020-11-14T19:29:18.468" v="6" actId="20577"/>
          <ac:spMkLst>
            <pc:docMk/>
            <pc:sldMk cId="3220912734" sldId="849"/>
            <ac:spMk id="123" creationId="{AA93CCC6-AD7F-4F4C-B454-BA8ADE359937}"/>
          </ac:spMkLst>
        </pc:spChg>
        <pc:cxnChg chg="mod">
          <ac:chgData name="Mirko Menecali" userId="3f9f2e7330a7b12f" providerId="LiveId" clId="{FF091F2F-33EB-4F3B-BAF0-B56D3E0CCE5D}" dt="2020-11-14T19:36:14.154" v="89" actId="108"/>
          <ac:cxnSpMkLst>
            <pc:docMk/>
            <pc:sldMk cId="3220912734" sldId="849"/>
            <ac:cxnSpMk id="101" creationId="{EC2C5A86-6EDE-487A-BEB9-9B293980A1F9}"/>
          </ac:cxnSpMkLst>
        </pc:cxn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sz="quarter" idx="1"/>
          </p:nvPr>
        </p:nvSpPr>
        <p:spPr>
          <a:xfrm>
            <a:off x="3850443" y="0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1DD5488-A973-4D21-BCE1-E211BE58202F}" type="datetimeFigureOut">
              <a:rPr lang="it-IT" smtClean="0"/>
              <a:t>21/11/2023</a:t>
            </a:fld>
            <a:endParaRPr lang="it-IT"/>
          </a:p>
        </p:txBody>
      </p:sp>
      <p:sp>
        <p:nvSpPr>
          <p:cNvPr id="4" name="Segnaposto piè di pagina 3"/>
          <p:cNvSpPr>
            <a:spLocks noGrp="1"/>
          </p:cNvSpPr>
          <p:nvPr>
            <p:ph type="ftr" sz="quarter" idx="2"/>
          </p:nvPr>
        </p:nvSpPr>
        <p:spPr>
          <a:xfrm>
            <a:off x="0" y="9428583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5" name="Segnaposto numero diapositiva 4"/>
          <p:cNvSpPr>
            <a:spLocks noGrp="1"/>
          </p:cNvSpPr>
          <p:nvPr>
            <p:ph type="sldNum" sz="quarter" idx="3"/>
          </p:nvPr>
        </p:nvSpPr>
        <p:spPr>
          <a:xfrm>
            <a:off x="3850443" y="9428583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CD536D-E4CA-47C6-BB41-7B1D5E2694FD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10462502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642D65A-9D76-43D2-BF72-5AF3BF11DDC9}" type="datetimeFigureOut">
              <a:rPr lang="it-IT" smtClean="0"/>
              <a:pPr/>
              <a:t>21/11/2023</a:t>
            </a:fld>
            <a:endParaRPr lang="it-IT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90488" y="744538"/>
            <a:ext cx="6616700" cy="37226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79768" y="4715153"/>
            <a:ext cx="5438140" cy="44669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9428583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50443" y="9428583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A0AE5E-ABD3-424D-A823-6D4E7D1B4378}" type="slidenum">
              <a:rPr lang="it-IT" smtClean="0"/>
              <a:pPr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2475415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3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628650" y="273846"/>
            <a:ext cx="7886700" cy="994172"/>
          </a:xfrm>
          <a:prstGeom prst="rect">
            <a:avLst/>
          </a:prstGeom>
          <a:noFill/>
        </p:spPr>
        <p:txBody>
          <a:bodyPr/>
          <a:lstStyle>
            <a:lvl1pPr>
              <a:defRPr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it-IT" dirty="0"/>
              <a:t>Fare clic per modificare lo stile del titolo</a:t>
            </a:r>
            <a:endParaRPr lang="en-GB" dirty="0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628650" y="1312069"/>
            <a:ext cx="7886700" cy="3263504"/>
          </a:xfrm>
          <a:prstGeom prst="rect">
            <a:avLst/>
          </a:prstGeom>
          <a:noFill/>
        </p:spPr>
        <p:txBody>
          <a:bodyPr/>
          <a:lstStyle>
            <a:lvl1pPr>
              <a:defRPr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bg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bg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bg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bg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GB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EC2C14-2C45-4E7F-939E-0BFDC0116CBF}" type="datetimeFigureOut">
              <a:rPr lang="en-US" smtClean="0"/>
              <a:t>11/21/2023</a:t>
            </a:fld>
            <a:endParaRPr lang="en-US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17064E-5F50-4E37-9A9A-8F2035DC87D9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77568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>
        <p:fade/>
      </p:transition>
    </mc:Choice>
    <mc:Fallback xmlns="">
      <p:transition spd="med" advClick="0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gina base esempi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egnaposto numero diapositiva 8"/>
          <p:cNvSpPr>
            <a:spLocks noGrp="1"/>
          </p:cNvSpPr>
          <p:nvPr>
            <p:ph type="sldNum" sz="quarter" idx="12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</p:spPr>
        <p:txBody>
          <a:bodyPr/>
          <a:lstStyle/>
          <a:p>
            <a:fld id="{0B7869DF-890E-4457-A2E0-1DEF6D6C2E29}" type="slidenum">
              <a:rPr lang="it-IT" smtClean="0"/>
              <a:pPr/>
              <a:t>‹N›</a:t>
            </a:fld>
            <a:endParaRPr lang="it-IT"/>
          </a:p>
        </p:txBody>
      </p:sp>
      <p:pic>
        <p:nvPicPr>
          <p:cNvPr id="10" name="Picture 2" descr="C:\DOCUME~1\rocchie\IMPOST~1\Temp\Rar$DR26.2718\PAG BASE SOPRA.jpg"/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1456"/>
            <a:ext cx="9144000" cy="86018"/>
          </a:xfrm>
          <a:prstGeom prst="rect">
            <a:avLst/>
          </a:prstGeom>
          <a:noFill/>
        </p:spPr>
      </p:pic>
      <p:pic>
        <p:nvPicPr>
          <p:cNvPr id="11" name="Picture 3" descr="C:\DOCUME~1\rocchie\IMPOST~1\Temp\Rar$DR27.9187\PAG BASE SOTTO.jpg"/>
          <p:cNvPicPr>
            <a:picLocks noChangeAspect="1" noChangeArrowheads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4608830"/>
            <a:ext cx="9144000" cy="555209"/>
          </a:xfrm>
          <a:prstGeom prst="rect">
            <a:avLst/>
          </a:prstGeom>
          <a:noFill/>
        </p:spPr>
      </p:pic>
      <p:sp>
        <p:nvSpPr>
          <p:cNvPr id="12" name="CasellaDiTesto 11"/>
          <p:cNvSpPr txBox="1"/>
          <p:nvPr userDrawn="1"/>
        </p:nvSpPr>
        <p:spPr>
          <a:xfrm>
            <a:off x="611560" y="4990914"/>
            <a:ext cx="2582758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Helvetica light"/>
              </a:rPr>
              <a:t>©</a:t>
            </a:r>
            <a:r>
              <a:rPr lang="it-IT" sz="800" baseline="0" dirty="0">
                <a:solidFill>
                  <a:schemeClr val="tx1">
                    <a:lumMod val="65000"/>
                    <a:lumOff val="35000"/>
                  </a:schemeClr>
                </a:solidFill>
                <a:latin typeface="Helvetica light"/>
              </a:rPr>
              <a:t> </a:t>
            </a:r>
            <a:r>
              <a:rPr lang="it-IT" sz="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Helvetica light"/>
              </a:rPr>
              <a:t>Copright</a:t>
            </a:r>
            <a:r>
              <a:rPr lang="it-IT" sz="800" baseline="0" dirty="0">
                <a:solidFill>
                  <a:schemeClr val="tx1">
                    <a:lumMod val="65000"/>
                    <a:lumOff val="35000"/>
                  </a:schemeClr>
                </a:solidFill>
                <a:latin typeface="Helvetica light"/>
              </a:rPr>
              <a:t> Sinfo One Spa 2016. Tutti i diritti riservati</a:t>
            </a:r>
            <a:endParaRPr lang="it-IT" sz="800" dirty="0">
              <a:solidFill>
                <a:schemeClr val="tx1">
                  <a:lumMod val="65000"/>
                  <a:lumOff val="35000"/>
                </a:schemeClr>
              </a:solidFill>
              <a:latin typeface="Helvetica light"/>
            </a:endParaRPr>
          </a:p>
        </p:txBody>
      </p:sp>
      <p:sp>
        <p:nvSpPr>
          <p:cNvPr id="17" name="Segnaposto numero diapositiva 8"/>
          <p:cNvSpPr txBox="1">
            <a:spLocks/>
          </p:cNvSpPr>
          <p:nvPr userDrawn="1"/>
        </p:nvSpPr>
        <p:spPr>
          <a:xfrm>
            <a:off x="6902896" y="4948014"/>
            <a:ext cx="2133600" cy="195486"/>
          </a:xfrm>
          <a:prstGeom prst="rect">
            <a:avLst/>
          </a:prstGeom>
        </p:spPr>
        <p:txBody>
          <a:bodyPr/>
          <a:lstStyle>
            <a:defPPr>
              <a:defRPr lang="it-IT"/>
            </a:defPPr>
            <a:lvl1pPr marL="0" algn="l" defTabSz="914400" rtl="0" eaLnBrk="1" latinLnBrk="0" hangingPunct="1">
              <a:defRPr sz="900" kern="1200">
                <a:solidFill>
                  <a:schemeClr val="tx1"/>
                </a:solidFill>
                <a:latin typeface="Helvetica neve ligh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it-IT"/>
              <a:t>Pag. </a:t>
            </a:r>
            <a:fld id="{0B7869DF-890E-4457-A2E0-1DEF6D6C2E29}" type="slidenum">
              <a:rPr lang="it-IT" smtClean="0"/>
              <a:pPr algn="r"/>
              <a:t>‹N›</a:t>
            </a:fld>
            <a:endParaRPr lang="it-IT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>
        <p:fade/>
      </p:transition>
    </mc:Choice>
    <mc:Fallback xmlns="">
      <p:transition spd="med" advClick="0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ita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Shape 104"/>
          <p:cNvSpPr>
            <a:spLocks noGrp="1"/>
          </p:cNvSpPr>
          <p:nvPr>
            <p:ph type="body" sz="quarter" idx="14"/>
          </p:nvPr>
        </p:nvSpPr>
        <p:spPr>
          <a:xfrm>
            <a:off x="899593" y="26936"/>
            <a:ext cx="7358063" cy="584775"/>
          </a:xfrm>
          <a:prstGeom prst="rect">
            <a:avLst/>
          </a:prstGeom>
        </p:spPr>
        <p:txBody>
          <a:bodyPr>
            <a:spAutoFit/>
          </a:bodyPr>
          <a:lstStyle>
            <a:lvl1pPr marL="0" indent="0" algn="ctr">
              <a:spcBef>
                <a:spcPts val="0"/>
              </a:spcBef>
              <a:buClrTx/>
              <a:buSzTx/>
              <a:buNone/>
              <a:defRPr sz="3200" b="1">
                <a:solidFill>
                  <a:schemeClr val="bg1"/>
                </a:solidFill>
              </a:defRPr>
            </a:lvl1pPr>
          </a:lstStyle>
          <a:p>
            <a:r>
              <a:t>“Inserisci qui una citazione”. </a:t>
            </a:r>
          </a:p>
        </p:txBody>
      </p:sp>
      <p:pic>
        <p:nvPicPr>
          <p:cNvPr id="4" name="Segnaposto immagin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0" y="573530"/>
            <a:ext cx="9144000" cy="4316879"/>
          </a:xfrm>
          <a:prstGeom prst="rect">
            <a:avLst/>
          </a:prstGeom>
        </p:spPr>
      </p:pic>
      <p:pic>
        <p:nvPicPr>
          <p:cNvPr id="5" name="Picture 2"/>
          <p:cNvPicPr>
            <a:picLocks noChangeAspect="1" noChangeArrowheads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499228" y="4894008"/>
            <a:ext cx="2543175" cy="171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0144352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>
        <p:fade/>
      </p:transition>
    </mc:Choice>
    <mc:Fallback xmlns="">
      <p:transition spd="med" advClick="0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628650" y="273846"/>
            <a:ext cx="7886700" cy="994172"/>
          </a:xfrm>
          <a:prstGeom prst="rect">
            <a:avLst/>
          </a:prstGeom>
          <a:noFill/>
        </p:spPr>
        <p:txBody>
          <a:bodyPr/>
          <a:lstStyle>
            <a:lvl1pPr>
              <a:defRPr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it-IT" dirty="0"/>
              <a:t>Fare clic per modificare lo stile del titolo</a:t>
            </a:r>
            <a:endParaRPr lang="en-GB" dirty="0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628650" y="1312069"/>
            <a:ext cx="7886700" cy="3263504"/>
          </a:xfrm>
          <a:prstGeom prst="rect">
            <a:avLst/>
          </a:prstGeom>
          <a:noFill/>
        </p:spPr>
        <p:txBody>
          <a:bodyPr/>
          <a:lstStyle>
            <a:lvl1pPr>
              <a:defRPr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bg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bg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bg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bg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GB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EC2C14-2C45-4E7F-939E-0BFDC0116CBF}" type="datetimeFigureOut">
              <a:rPr lang="en-US" smtClean="0">
                <a:solidFill>
                  <a:prstClr val="white">
                    <a:tint val="75000"/>
                  </a:prstClr>
                </a:solidFill>
              </a:rPr>
              <a:pPr/>
              <a:t>11/21/2023</a:t>
            </a:fld>
            <a:endParaRPr lang="en-US">
              <a:solidFill>
                <a:prstClr val="white">
                  <a:tint val="75000"/>
                </a:prstClr>
              </a:solidFill>
            </a:endParaRPr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white">
                  <a:tint val="75000"/>
                </a:prstClr>
              </a:solidFill>
            </a:endParaRPr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17064E-5F50-4E37-9A9A-8F2035DC87D9}" type="slidenum">
              <a:rPr lang="en-US" smtClean="0">
                <a:solidFill>
                  <a:prstClr val="white">
                    <a:tint val="75000"/>
                  </a:prstClr>
                </a:solidFill>
              </a:rPr>
              <a:pPr/>
              <a:t>‹N›</a:t>
            </a:fld>
            <a:endParaRPr lang="en-US">
              <a:solidFill>
                <a:prstClr val="white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140149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>
        <p:fade/>
      </p:transition>
    </mc:Choice>
    <mc:Fallback xmlns="">
      <p:transition spd="med" advClick="0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Citazion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Shape 103"/>
          <p:cNvSpPr>
            <a:spLocks noGrp="1"/>
          </p:cNvSpPr>
          <p:nvPr>
            <p:ph type="body" sz="quarter" idx="13"/>
          </p:nvPr>
        </p:nvSpPr>
        <p:spPr>
          <a:xfrm>
            <a:off x="892974" y="3367471"/>
            <a:ext cx="7358063" cy="327782"/>
          </a:xfrm>
          <a:prstGeom prst="rect">
            <a:avLst/>
          </a:prstGeom>
        </p:spPr>
        <p:txBody>
          <a:bodyPr>
            <a:spAutoFit/>
          </a:bodyPr>
          <a:lstStyle>
            <a:lvl1pPr marL="0" indent="0" algn="ctr">
              <a:spcBef>
                <a:spcPts val="0"/>
              </a:spcBef>
              <a:buClrTx/>
              <a:buSzTx/>
              <a:buNone/>
              <a:defRPr sz="1700" cap="all" spc="270">
                <a:solidFill>
                  <a:schemeClr val="accent2">
                    <a:satOff val="44164"/>
                    <a:lumOff val="14231"/>
                  </a:schemeClr>
                </a:solidFill>
              </a:defRPr>
            </a:lvl1pPr>
          </a:lstStyle>
          <a:p>
            <a:r>
              <a:rPr dirty="0"/>
              <a:t>–Giovanni </a:t>
            </a:r>
            <a:r>
              <a:rPr dirty="0" err="1"/>
              <a:t>Mela</a:t>
            </a:r>
            <a:endParaRPr dirty="0"/>
          </a:p>
        </p:txBody>
      </p:sp>
      <p:sp>
        <p:nvSpPr>
          <p:cNvPr id="104" name="Shape 104"/>
          <p:cNvSpPr>
            <a:spLocks noGrp="1"/>
          </p:cNvSpPr>
          <p:nvPr>
            <p:ph type="body" sz="quarter" idx="14"/>
          </p:nvPr>
        </p:nvSpPr>
        <p:spPr>
          <a:xfrm>
            <a:off x="892974" y="2257986"/>
            <a:ext cx="7358063" cy="341632"/>
          </a:xfrm>
          <a:prstGeom prst="rect">
            <a:avLst/>
          </a:prstGeom>
        </p:spPr>
        <p:txBody>
          <a:bodyPr>
            <a:spAutoFit/>
          </a:bodyPr>
          <a:lstStyle>
            <a:lvl1pPr marL="0" indent="0" algn="ctr">
              <a:spcBef>
                <a:spcPts val="0"/>
              </a:spcBef>
              <a:buClrTx/>
              <a:buSzTx/>
              <a:buNone/>
              <a:defRPr sz="1800">
                <a:solidFill>
                  <a:schemeClr val="bg1"/>
                </a:solidFill>
              </a:defRPr>
            </a:lvl1pPr>
          </a:lstStyle>
          <a:p>
            <a:r>
              <a:t>“Inserisci qui una citazione”. </a:t>
            </a:r>
          </a:p>
        </p:txBody>
      </p:sp>
    </p:spTree>
    <p:extLst>
      <p:ext uri="{BB962C8B-B14F-4D97-AF65-F5344CB8AC3E}">
        <p14:creationId xmlns:p14="http://schemas.microsoft.com/office/powerpoint/2010/main" val="21127891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>
        <p:fade/>
      </p:transition>
    </mc:Choice>
    <mc:Fallback xmlns="">
      <p:transition spd="med" advClick="0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616261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>
        <p:fade/>
      </p:transition>
    </mc:Choice>
    <mc:Fallback xmlns="">
      <p:transition spd="med" advClick="0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ttangolo 2"/>
          <p:cNvSpPr/>
          <p:nvPr userDrawn="1"/>
        </p:nvSpPr>
        <p:spPr>
          <a:xfrm>
            <a:off x="-1" y="247545"/>
            <a:ext cx="4066954" cy="580487"/>
          </a:xfrm>
          <a:prstGeom prst="rect">
            <a:avLst/>
          </a:prstGeom>
          <a:solidFill>
            <a:srgbClr val="ED660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40702"/>
            <a:ext cx="4268514" cy="994172"/>
          </a:xfrm>
        </p:spPr>
        <p:txBody>
          <a:bodyPr>
            <a:normAutofit/>
          </a:bodyPr>
          <a:lstStyle>
            <a:lvl1pPr>
              <a:defRPr sz="2400" b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37299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>
        <p:fade/>
      </p:transition>
    </mc:Choice>
    <mc:Fallback xmlns="">
      <p:transition spd="med" advClick="0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Layout pagina ba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3" descr="C:\DOCUME~1\rocchie\IMPOST~1\Temp\Rar$DR27.9187\PAG BASE SOTTO.jpg"/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4608912"/>
            <a:ext cx="9144000" cy="5548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2" descr="C:\DOCUME~1\rocchie\IMPOST~1\Temp\Rar$DR26.2718\PAG BASE SOPRA.jpg"/>
          <p:cNvPicPr>
            <a:picLocks noChangeAspect="1" noChangeArrowheads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1191"/>
            <a:ext cx="9144000" cy="85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CasellaDiTesto 6"/>
          <p:cNvSpPr txBox="1">
            <a:spLocks noChangeArrowheads="1"/>
          </p:cNvSpPr>
          <p:nvPr userDrawn="1"/>
        </p:nvSpPr>
        <p:spPr bwMode="auto">
          <a:xfrm>
            <a:off x="610791" y="4991100"/>
            <a:ext cx="2015295" cy="184666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altLang="it-IT" sz="600" b="0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Helvetica light"/>
                <a:ea typeface="+mn-ea"/>
                <a:cs typeface="+mn-cs"/>
              </a:rPr>
              <a:t>© Copyright Sinfo </a:t>
            </a:r>
            <a:r>
              <a:rPr kumimoji="0" lang="it-IT" altLang="it-IT" sz="600" b="0" i="0" u="none" strike="noStrike" kern="1200" cap="none" spc="0" normalizeH="0" baseline="0" noProof="0" dirty="0" err="1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Helvetica light"/>
                <a:ea typeface="+mn-ea"/>
                <a:cs typeface="+mn-cs"/>
              </a:rPr>
              <a:t>One</a:t>
            </a:r>
            <a:r>
              <a:rPr kumimoji="0" lang="it-IT" altLang="it-IT" sz="600" b="0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Helvetica light"/>
                <a:ea typeface="+mn-ea"/>
                <a:cs typeface="+mn-cs"/>
              </a:rPr>
              <a:t> Spa 2016. Tutti i diritti riservati</a:t>
            </a:r>
          </a:p>
        </p:txBody>
      </p:sp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457200" y="303498"/>
            <a:ext cx="8229600" cy="540060"/>
          </a:xfrm>
        </p:spPr>
        <p:txBody>
          <a:bodyPr/>
          <a:lstStyle>
            <a:lvl1pPr>
              <a:defRPr/>
            </a:lvl1pPr>
          </a:lstStyle>
          <a:p>
            <a:r>
              <a:rPr lang="it-IT"/>
              <a:t>Fare clic per modificare lo stile del titolo</a:t>
            </a:r>
            <a:endParaRPr lang="it-IT" dirty="0"/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467545" y="1329612"/>
            <a:ext cx="8291264" cy="2963466"/>
          </a:xfrm>
        </p:spPr>
        <p:txBody>
          <a:bodyPr/>
          <a:lstStyle>
            <a:lvl1pPr>
              <a:defRPr sz="1800"/>
            </a:lvl1pPr>
            <a:lvl2pPr>
              <a:defRPr sz="975"/>
            </a:lvl2pPr>
            <a:lvl3pPr>
              <a:defRPr sz="975"/>
            </a:lvl3pPr>
            <a:lvl4pPr>
              <a:defRPr sz="975"/>
            </a:lvl4pPr>
            <a:lvl5pPr>
              <a:defRPr sz="900" baseline="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</p:txBody>
      </p:sp>
      <p:sp>
        <p:nvSpPr>
          <p:cNvPr id="9" name="Segnaposto numero diapositiva 8"/>
          <p:cNvSpPr txBox="1">
            <a:spLocks/>
          </p:cNvSpPr>
          <p:nvPr userDrawn="1"/>
        </p:nvSpPr>
        <p:spPr>
          <a:xfrm>
            <a:off x="6902896" y="4948014"/>
            <a:ext cx="2133600" cy="195486"/>
          </a:xfrm>
          <a:prstGeom prst="rect">
            <a:avLst/>
          </a:prstGeom>
        </p:spPr>
        <p:txBody>
          <a:bodyPr/>
          <a:lstStyle>
            <a:defPPr>
              <a:defRPr lang="it-IT"/>
            </a:defPPr>
            <a:lvl1pPr marL="0" algn="l" defTabSz="914400" rtl="0" eaLnBrk="1" latinLnBrk="0" hangingPunct="1">
              <a:defRPr sz="900" kern="1200">
                <a:solidFill>
                  <a:schemeClr val="tx1"/>
                </a:solidFill>
                <a:latin typeface="Helvetica neve ligh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675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ve light"/>
                <a:ea typeface="+mn-ea"/>
                <a:cs typeface="+mn-cs"/>
              </a:rPr>
              <a:t>Pag. </a:t>
            </a:r>
            <a:fld id="{0B7869DF-890E-4457-A2E0-1DEF6D6C2E29}" type="slidenum">
              <a:rPr kumimoji="0" lang="it-IT" sz="675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ve light"/>
                <a:ea typeface="+mn-ea"/>
                <a:cs typeface="+mn-cs"/>
              </a:rPr>
              <a:pPr marL="0" marR="0" lvl="0" indent="0" algn="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‹N›</a:t>
            </a:fld>
            <a:endParaRPr kumimoji="0" lang="it-IT" sz="675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 neve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597708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>
        <p:fade/>
      </p:transition>
    </mc:Choice>
    <mc:Fallback xmlns="">
      <p:transition spd="med" advClick="0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Quote with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399734" y="1428750"/>
            <a:ext cx="6344112" cy="1657350"/>
          </a:xfrm>
        </p:spPr>
        <p:txBody>
          <a:bodyPr anchor="t"/>
          <a:lstStyle>
            <a:lvl1pPr marL="128605" indent="-128605" algn="l">
              <a:defRPr sz="2250" b="0"/>
            </a:lvl1pPr>
          </a:lstStyle>
          <a:p>
            <a:r>
              <a:rPr dirty="0"/>
              <a:t>“Click to type customer or partner quote surrounded by quotation marks.”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2628393" y="3143250"/>
            <a:ext cx="6115452" cy="571500"/>
          </a:xfrm>
        </p:spPr>
        <p:txBody>
          <a:bodyPr>
            <a:noAutofit/>
          </a:bodyPr>
          <a:lstStyle>
            <a:lvl1pPr marL="164328" indent="-164328">
              <a:spcBef>
                <a:spcPts val="0"/>
              </a:spcBef>
              <a:buClr>
                <a:schemeClr val="tx1"/>
              </a:buClr>
              <a:buFont typeface="Arial" panose="020B0604020202020204" pitchFamily="34" charset="0"/>
              <a:buChar char="–"/>
              <a:defRPr sz="1350"/>
            </a:lvl1pPr>
            <a:lvl2pPr marL="257210" indent="0">
              <a:buNone/>
              <a:defRPr sz="675"/>
            </a:lvl2pPr>
            <a:lvl3pPr marL="514418" indent="0">
              <a:buNone/>
              <a:defRPr sz="600"/>
            </a:lvl3pPr>
            <a:lvl4pPr marL="771628" indent="0">
              <a:buNone/>
              <a:defRPr sz="525"/>
            </a:lvl4pPr>
            <a:lvl5pPr marL="1028837" indent="0">
              <a:buNone/>
              <a:defRPr sz="525"/>
            </a:lvl5pPr>
            <a:lvl6pPr marL="1286047" indent="0">
              <a:buNone/>
              <a:defRPr sz="525"/>
            </a:lvl6pPr>
            <a:lvl7pPr marL="1543256" indent="0">
              <a:buNone/>
              <a:defRPr sz="525"/>
            </a:lvl7pPr>
            <a:lvl8pPr marL="1800465" indent="0">
              <a:buNone/>
              <a:defRPr sz="525"/>
            </a:lvl8pPr>
            <a:lvl9pPr marL="2057675" indent="0">
              <a:buNone/>
              <a:defRPr sz="525"/>
            </a:lvl9pPr>
          </a:lstStyle>
          <a:p>
            <a:pPr lvl="0"/>
            <a:r>
              <a:rPr dirty="0"/>
              <a:t>Click to add Name, Title, Company</a:t>
            </a:r>
          </a:p>
        </p:txBody>
      </p:sp>
    </p:spTree>
    <p:extLst>
      <p:ext uri="{BB962C8B-B14F-4D97-AF65-F5344CB8AC3E}">
        <p14:creationId xmlns:p14="http://schemas.microsoft.com/office/powerpoint/2010/main" val="1660741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>
        <p:fade/>
      </p:transition>
    </mc:Choice>
    <mc:Fallback xmlns="">
      <p:transition spd="med" advClick="0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ita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033090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>
        <p:fade/>
      </p:transition>
    </mc:Choice>
    <mc:Fallback xmlns="">
      <p:transition spd="med" advClick="0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2025">
                <a:latin typeface="Calibri Light" panose="020F030202020403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Calibri Light" panose="020F0302020204030204" pitchFamily="34" charset="0"/>
              </a:defRPr>
            </a:lvl1pPr>
            <a:lvl2pPr>
              <a:defRPr>
                <a:latin typeface="Calibri Light" panose="020F0302020204030204" pitchFamily="34" charset="0"/>
              </a:defRPr>
            </a:lvl2pPr>
            <a:lvl3pPr>
              <a:defRPr>
                <a:latin typeface="Calibri Light" panose="020F0302020204030204" pitchFamily="34" charset="0"/>
              </a:defRPr>
            </a:lvl3pPr>
            <a:lvl4pPr>
              <a:defRPr>
                <a:latin typeface="Calibri Light" panose="020F0302020204030204" pitchFamily="34" charset="0"/>
              </a:defRPr>
            </a:lvl4pPr>
            <a:lvl5pPr>
              <a:defRPr>
                <a:latin typeface="Calibri Light" panose="020F0302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567686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>
        <p:fade/>
      </p:transition>
    </mc:Choice>
    <mc:Fallback xmlns="">
      <p:transition spd="med" advClick="0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hape 1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lvl="0" rtl="0">
              <a:spcBef>
                <a:spcPts val="0"/>
              </a:spcBef>
              <a:buFont typeface="Montserrat"/>
              <a:defRPr b="1"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buFont typeface="Montserrat"/>
              <a:defRPr b="1">
                <a:latin typeface="Montserrat"/>
                <a:ea typeface="Montserrat"/>
                <a:cs typeface="Montserrat"/>
                <a:sym typeface="Montserrat"/>
              </a:defRPr>
            </a:lvl2pPr>
            <a:lvl3pPr lvl="2" rtl="0">
              <a:spcBef>
                <a:spcPts val="0"/>
              </a:spcBef>
              <a:buFont typeface="Montserrat"/>
              <a:defRPr b="1">
                <a:latin typeface="Montserrat"/>
                <a:ea typeface="Montserrat"/>
                <a:cs typeface="Montserrat"/>
                <a:sym typeface="Montserrat"/>
              </a:defRPr>
            </a:lvl3pPr>
            <a:lvl4pPr lvl="3" rtl="0">
              <a:spcBef>
                <a:spcPts val="0"/>
              </a:spcBef>
              <a:buFont typeface="Montserrat"/>
              <a:defRPr b="1">
                <a:latin typeface="Montserrat"/>
                <a:ea typeface="Montserrat"/>
                <a:cs typeface="Montserrat"/>
                <a:sym typeface="Montserrat"/>
              </a:defRPr>
            </a:lvl4pPr>
            <a:lvl5pPr lvl="4" rtl="0">
              <a:spcBef>
                <a:spcPts val="0"/>
              </a:spcBef>
              <a:buFont typeface="Montserrat"/>
              <a:defRPr b="1">
                <a:latin typeface="Montserrat"/>
                <a:ea typeface="Montserrat"/>
                <a:cs typeface="Montserrat"/>
                <a:sym typeface="Montserrat"/>
              </a:defRPr>
            </a:lvl5pPr>
            <a:lvl6pPr lvl="5" rtl="0">
              <a:spcBef>
                <a:spcPts val="0"/>
              </a:spcBef>
              <a:buFont typeface="Montserrat"/>
              <a:defRPr b="1">
                <a:latin typeface="Montserrat"/>
                <a:ea typeface="Montserrat"/>
                <a:cs typeface="Montserrat"/>
                <a:sym typeface="Montserrat"/>
              </a:defRPr>
            </a:lvl6pPr>
            <a:lvl7pPr lvl="6" rtl="0">
              <a:spcBef>
                <a:spcPts val="0"/>
              </a:spcBef>
              <a:buFont typeface="Montserrat"/>
              <a:defRPr b="1">
                <a:latin typeface="Montserrat"/>
                <a:ea typeface="Montserrat"/>
                <a:cs typeface="Montserrat"/>
                <a:sym typeface="Montserrat"/>
              </a:defRPr>
            </a:lvl7pPr>
            <a:lvl8pPr lvl="7" rtl="0">
              <a:spcBef>
                <a:spcPts val="0"/>
              </a:spcBef>
              <a:buFont typeface="Montserrat"/>
              <a:defRPr b="1">
                <a:latin typeface="Montserrat"/>
                <a:ea typeface="Montserrat"/>
                <a:cs typeface="Montserrat"/>
                <a:sym typeface="Montserrat"/>
              </a:defRPr>
            </a:lvl8pPr>
            <a:lvl9pPr lvl="8" rtl="0">
              <a:spcBef>
                <a:spcPts val="0"/>
              </a:spcBef>
              <a:buFont typeface="Montserrat"/>
              <a:defRPr b="1"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18" name="Shape 18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lvl="0" rtl="0">
              <a:spcBef>
                <a:spcPts val="0"/>
              </a:spcBef>
              <a:buFont typeface="Lato"/>
              <a:defRPr>
                <a:latin typeface="Lato"/>
                <a:ea typeface="Lato"/>
                <a:cs typeface="Lato"/>
                <a:sym typeface="Lato"/>
              </a:defRPr>
            </a:lvl1pPr>
            <a:lvl2pPr lvl="1" rtl="0">
              <a:spcBef>
                <a:spcPts val="0"/>
              </a:spcBef>
              <a:buFont typeface="Lato"/>
              <a:defRPr>
                <a:latin typeface="Lato"/>
                <a:ea typeface="Lato"/>
                <a:cs typeface="Lato"/>
                <a:sym typeface="Lato"/>
              </a:defRPr>
            </a:lvl2pPr>
            <a:lvl3pPr lvl="2" rtl="0">
              <a:spcBef>
                <a:spcPts val="0"/>
              </a:spcBef>
              <a:buFont typeface="Lato"/>
              <a:defRPr>
                <a:latin typeface="Lato"/>
                <a:ea typeface="Lato"/>
                <a:cs typeface="Lato"/>
                <a:sym typeface="Lato"/>
              </a:defRPr>
            </a:lvl3pPr>
            <a:lvl4pPr lvl="3" rtl="0">
              <a:spcBef>
                <a:spcPts val="0"/>
              </a:spcBef>
              <a:buFont typeface="Lato"/>
              <a:defRPr>
                <a:latin typeface="Lato"/>
                <a:ea typeface="Lato"/>
                <a:cs typeface="Lato"/>
                <a:sym typeface="Lato"/>
              </a:defRPr>
            </a:lvl4pPr>
            <a:lvl5pPr lvl="4" rtl="0">
              <a:spcBef>
                <a:spcPts val="0"/>
              </a:spcBef>
              <a:buFont typeface="Lato"/>
              <a:defRPr>
                <a:latin typeface="Lato"/>
                <a:ea typeface="Lato"/>
                <a:cs typeface="Lato"/>
                <a:sym typeface="Lato"/>
              </a:defRPr>
            </a:lvl5pPr>
            <a:lvl6pPr lvl="5" rtl="0">
              <a:spcBef>
                <a:spcPts val="0"/>
              </a:spcBef>
              <a:buFont typeface="Lato"/>
              <a:defRPr>
                <a:latin typeface="Lato"/>
                <a:ea typeface="Lato"/>
                <a:cs typeface="Lato"/>
                <a:sym typeface="Lato"/>
              </a:defRPr>
            </a:lvl6pPr>
            <a:lvl7pPr lvl="6" rtl="0">
              <a:spcBef>
                <a:spcPts val="0"/>
              </a:spcBef>
              <a:buFont typeface="Lato"/>
              <a:defRPr>
                <a:latin typeface="Lato"/>
                <a:ea typeface="Lato"/>
                <a:cs typeface="Lato"/>
                <a:sym typeface="Lato"/>
              </a:defRPr>
            </a:lvl7pPr>
            <a:lvl8pPr lvl="7" rtl="0">
              <a:spcBef>
                <a:spcPts val="0"/>
              </a:spcBef>
              <a:buFont typeface="Lato"/>
              <a:defRPr>
                <a:latin typeface="Lato"/>
                <a:ea typeface="Lato"/>
                <a:cs typeface="Lato"/>
                <a:sym typeface="Lato"/>
              </a:defRPr>
            </a:lvl8pPr>
            <a:lvl9pPr lvl="8" rtl="0">
              <a:spcBef>
                <a:spcPts val="0"/>
              </a:spcBef>
              <a:buFont typeface="Lato"/>
              <a:defRPr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  <p:sp>
        <p:nvSpPr>
          <p:cNvPr id="19" name="Shape 19"/>
          <p:cNvSpPr txBox="1">
            <a:spLocks noGrp="1"/>
          </p:cNvSpPr>
          <p:nvPr>
            <p:ph type="sldNum" idx="12"/>
          </p:nvPr>
        </p:nvSpPr>
        <p:spPr>
          <a:xfrm>
            <a:off x="8472457" y="4663216"/>
            <a:ext cx="548700" cy="3936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fld id="{00000000-1234-1234-1234-123412341234}" type="slidenum">
              <a:rPr lang="en"/>
              <a:t>‹N›</a:t>
            </a:fld>
            <a:endParaRPr lang="en"/>
          </a:p>
        </p:txBody>
      </p:sp>
      <p:sp>
        <p:nvSpPr>
          <p:cNvPr id="20" name="Shape 20"/>
          <p:cNvSpPr/>
          <p:nvPr/>
        </p:nvSpPr>
        <p:spPr>
          <a:xfrm>
            <a:off x="0" y="-20875"/>
            <a:ext cx="9144000" cy="177600"/>
          </a:xfrm>
          <a:prstGeom prst="rect">
            <a:avLst/>
          </a:prstGeom>
          <a:solidFill>
            <a:srgbClr val="FDEC00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610056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>
        <p:fade/>
      </p:transition>
    </mc:Choice>
    <mc:Fallback xmlns="">
      <p:transition spd="med" advClick="0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5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.png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theme" Target="../theme/theme3.xml"/><Relationship Id="rId3" Type="http://schemas.openxmlformats.org/officeDocument/2006/relationships/slideLayout" Target="../slideLayouts/slideLayout8.xml"/><Relationship Id="rId7" Type="http://schemas.openxmlformats.org/officeDocument/2006/relationships/slideLayout" Target="../slideLayouts/slideLayout12.xml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Relationship Id="rId6" Type="http://schemas.openxmlformats.org/officeDocument/2006/relationships/slideLayout" Target="../slideLayouts/slideLayout11.xml"/><Relationship Id="rId5" Type="http://schemas.openxmlformats.org/officeDocument/2006/relationships/slideLayout" Target="../slideLayouts/slideLayout10.xml"/><Relationship Id="rId4" Type="http://schemas.openxmlformats.org/officeDocument/2006/relationships/slideLayout" Target="../slideLayouts/slideLayout9.xml"/><Relationship Id="rId9" Type="http://schemas.openxmlformats.org/officeDocument/2006/relationships/image" Target="../media/image6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egnaposto contenuto 2"/>
          <p:cNvSpPr txBox="1">
            <a:spLocks/>
          </p:cNvSpPr>
          <p:nvPr userDrawn="1"/>
        </p:nvSpPr>
        <p:spPr>
          <a:xfrm>
            <a:off x="215539" y="103380"/>
            <a:ext cx="8706395" cy="4742476"/>
          </a:xfrm>
          <a:prstGeom prst="rect">
            <a:avLst/>
          </a:prstGeom>
          <a:solidFill>
            <a:schemeClr val="tx1"/>
          </a:solidFill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it-IT"/>
              <a:t>\</a:t>
            </a:r>
            <a:endParaRPr lang="en-GB" dirty="0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2"/>
          </p:nvPr>
        </p:nvSpPr>
        <p:spPr>
          <a:xfrm>
            <a:off x="628650" y="4566159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3EC2C14-2C45-4E7F-939E-0BFDC0116CBF}" type="datetimeFigureOut">
              <a:rPr lang="en-US" smtClean="0"/>
              <a:t>11/21/2023</a:t>
            </a:fld>
            <a:endParaRPr lang="en-US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3"/>
          </p:nvPr>
        </p:nvSpPr>
        <p:spPr>
          <a:xfrm>
            <a:off x="3028950" y="4566159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4"/>
          </p:nvPr>
        </p:nvSpPr>
        <p:spPr>
          <a:xfrm>
            <a:off x="6457950" y="4566159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C17064E-5F50-4E37-9A9A-8F2035DC87D9}" type="slidenum">
              <a:rPr lang="en-US" smtClean="0"/>
              <a:t>‹N›</a:t>
            </a:fld>
            <a:endParaRPr lang="en-US"/>
          </a:p>
        </p:txBody>
      </p:sp>
      <p:sp>
        <p:nvSpPr>
          <p:cNvPr id="8" name="Segnaposto data 3"/>
          <p:cNvSpPr txBox="1">
            <a:spLocks/>
          </p:cNvSpPr>
          <p:nvPr userDrawn="1"/>
        </p:nvSpPr>
        <p:spPr>
          <a:xfrm>
            <a:off x="6516216" y="4896576"/>
            <a:ext cx="2736304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it-IT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b="1" dirty="0">
                <a:solidFill>
                  <a:schemeClr val="bg1"/>
                </a:solidFill>
              </a:rPr>
              <a:t>IT’s </a:t>
            </a:r>
            <a:r>
              <a:rPr lang="en-US" sz="1600" b="1" dirty="0">
                <a:solidFill>
                  <a:schemeClr val="bg1"/>
                </a:solidFill>
              </a:rPr>
              <a:t>Powered by  </a:t>
            </a:r>
            <a:r>
              <a:rPr lang="en-US" sz="1800" b="1" dirty="0">
                <a:solidFill>
                  <a:schemeClr val="bg1"/>
                </a:solidFill>
              </a:rPr>
              <a:t>Sinfo One!</a:t>
            </a:r>
            <a:endParaRPr lang="en-US" sz="1600" b="1" dirty="0">
              <a:solidFill>
                <a:schemeClr val="bg1"/>
              </a:solidFill>
            </a:endParaRPr>
          </a:p>
        </p:txBody>
      </p:sp>
      <p:pic>
        <p:nvPicPr>
          <p:cNvPr id="9" name="Picture 2"/>
          <p:cNvPicPr>
            <a:picLocks noChangeAspect="1" noChangeArrowheads="1"/>
          </p:cNvPicPr>
          <p:nvPr userDrawn="1"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8043947" y="4875919"/>
            <a:ext cx="950069" cy="259544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57429630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86" r:id="rId1"/>
    <p:sldLayoutId id="2147483678" r:id="rId2"/>
    <p:sldLayoutId id="2147483682" r:id="rId3"/>
  </p:sldLayoutIdLst>
  <mc:AlternateContent xmlns:mc="http://schemas.openxmlformats.org/markup-compatibility/2006" xmlns:p14="http://schemas.microsoft.com/office/powerpoint/2010/main">
    <mc:Choice Requires="p14">
      <p:transition spd="med" p14:dur="700" advClick="0">
        <p:fade/>
      </p:transition>
    </mc:Choice>
    <mc:Fallback xmlns="">
      <p:transition spd="med" advClick="0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egnaposto contenuto 2"/>
          <p:cNvSpPr txBox="1">
            <a:spLocks/>
          </p:cNvSpPr>
          <p:nvPr userDrawn="1"/>
        </p:nvSpPr>
        <p:spPr>
          <a:xfrm>
            <a:off x="215540" y="103380"/>
            <a:ext cx="8706395" cy="4742476"/>
          </a:xfrm>
          <a:prstGeom prst="rect">
            <a:avLst/>
          </a:prstGeom>
          <a:solidFill>
            <a:schemeClr val="tx1"/>
          </a:solidFill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it-IT">
                <a:solidFill>
                  <a:prstClr val="white"/>
                </a:solidFill>
              </a:rPr>
              <a:t>\</a:t>
            </a:r>
            <a:endParaRPr lang="en-GB" dirty="0">
              <a:solidFill>
                <a:prstClr val="white"/>
              </a:solidFill>
            </a:endParaRP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2"/>
          </p:nvPr>
        </p:nvSpPr>
        <p:spPr>
          <a:xfrm>
            <a:off x="628650" y="4566159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3EC2C14-2C45-4E7F-939E-0BFDC0116CBF}" type="datetimeFigureOut">
              <a:rPr lang="en-US" smtClean="0">
                <a:solidFill>
                  <a:prstClr val="white">
                    <a:tint val="75000"/>
                  </a:prstClr>
                </a:solidFill>
              </a:rPr>
              <a:pPr/>
              <a:t>11/21/2023</a:t>
            </a:fld>
            <a:endParaRPr lang="en-US">
              <a:solidFill>
                <a:prstClr val="white">
                  <a:tint val="75000"/>
                </a:prstClr>
              </a:solidFill>
            </a:endParaRPr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3"/>
          </p:nvPr>
        </p:nvSpPr>
        <p:spPr>
          <a:xfrm>
            <a:off x="3028950" y="4566159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>
              <a:solidFill>
                <a:prstClr val="white">
                  <a:tint val="75000"/>
                </a:prstClr>
              </a:solidFill>
            </a:endParaRPr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4"/>
          </p:nvPr>
        </p:nvSpPr>
        <p:spPr>
          <a:xfrm>
            <a:off x="6457950" y="4566159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C17064E-5F50-4E37-9A9A-8F2035DC87D9}" type="slidenum">
              <a:rPr lang="en-US" smtClean="0">
                <a:solidFill>
                  <a:prstClr val="white">
                    <a:tint val="75000"/>
                  </a:prstClr>
                </a:solidFill>
              </a:rPr>
              <a:pPr/>
              <a:t>‹N›</a:t>
            </a:fld>
            <a:endParaRPr lang="en-US">
              <a:solidFill>
                <a:prstClr val="white">
                  <a:tint val="75000"/>
                </a:prstClr>
              </a:solidFill>
            </a:endParaRPr>
          </a:p>
        </p:txBody>
      </p:sp>
      <p:sp>
        <p:nvSpPr>
          <p:cNvPr id="8" name="Segnaposto data 3"/>
          <p:cNvSpPr txBox="1">
            <a:spLocks/>
          </p:cNvSpPr>
          <p:nvPr userDrawn="1"/>
        </p:nvSpPr>
        <p:spPr>
          <a:xfrm>
            <a:off x="6516216" y="4896576"/>
            <a:ext cx="2736304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it-IT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b="1" dirty="0">
                <a:solidFill>
                  <a:prstClr val="black"/>
                </a:solidFill>
              </a:rPr>
              <a:t>IT’s </a:t>
            </a:r>
            <a:r>
              <a:rPr lang="en-US" sz="1600" b="1" dirty="0">
                <a:solidFill>
                  <a:prstClr val="black"/>
                </a:solidFill>
              </a:rPr>
              <a:t>Powered by  </a:t>
            </a:r>
            <a:r>
              <a:rPr lang="en-US" sz="1800" b="1" dirty="0">
                <a:solidFill>
                  <a:prstClr val="black"/>
                </a:solidFill>
              </a:rPr>
              <a:t>Sinfo One!</a:t>
            </a:r>
            <a:endParaRPr lang="en-US" sz="1600" b="1" dirty="0">
              <a:solidFill>
                <a:prstClr val="black"/>
              </a:solidFill>
            </a:endParaRPr>
          </a:p>
        </p:txBody>
      </p:sp>
      <p:pic>
        <p:nvPicPr>
          <p:cNvPr id="9" name="Picture 2"/>
          <p:cNvPicPr>
            <a:picLocks noChangeAspect="1" noChangeArrowheads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8043947" y="4875919"/>
            <a:ext cx="950069" cy="2595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86504173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91" r:id="rId1"/>
    <p:sldLayoutId id="2147483692" r:id="rId2"/>
  </p:sldLayoutIdLst>
  <mc:AlternateContent xmlns:mc="http://schemas.openxmlformats.org/markup-compatibility/2006" xmlns:p14="http://schemas.microsoft.com/office/powerpoint/2010/main">
    <mc:Choice Requires="p14">
      <p:transition spd="med" p14:dur="700" advClick="0">
        <p:fade/>
      </p:transition>
    </mc:Choice>
    <mc:Fallback xmlns="">
      <p:transition spd="med" advClick="0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7" name="Immagine 6"/>
          <p:cNvPicPr>
            <a:picLocks noChangeAspect="1"/>
          </p:cNvPicPr>
          <p:nvPr userDrawn="1"/>
        </p:nvPicPr>
        <p:blipFill rotWithShape="1">
          <a:blip r:embed="rId9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272113" y="26849"/>
            <a:ext cx="599775" cy="210560"/>
          </a:xfrm>
          <a:prstGeom prst="rect">
            <a:avLst/>
          </a:prstGeom>
        </p:spPr>
      </p:pic>
      <p:grpSp>
        <p:nvGrpSpPr>
          <p:cNvPr id="21" name="Group 41"/>
          <p:cNvGrpSpPr/>
          <p:nvPr userDrawn="1"/>
        </p:nvGrpSpPr>
        <p:grpSpPr>
          <a:xfrm>
            <a:off x="4187830" y="4937625"/>
            <a:ext cx="866183" cy="108000"/>
            <a:chOff x="7536566" y="6291405"/>
            <a:chExt cx="1154910" cy="144000"/>
          </a:xfrm>
        </p:grpSpPr>
        <p:sp>
          <p:nvSpPr>
            <p:cNvPr id="22" name="Oval 42"/>
            <p:cNvSpPr>
              <a:spLocks noChangeAspect="1"/>
            </p:cNvSpPr>
            <p:nvPr/>
          </p:nvSpPr>
          <p:spPr>
            <a:xfrm>
              <a:off x="7536566" y="6291405"/>
              <a:ext cx="144000" cy="144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825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3" name="Oval 43"/>
            <p:cNvSpPr>
              <a:spLocks noChangeAspect="1"/>
            </p:cNvSpPr>
            <p:nvPr/>
          </p:nvSpPr>
          <p:spPr>
            <a:xfrm>
              <a:off x="7705051" y="6291405"/>
              <a:ext cx="144000" cy="144000"/>
            </a:xfrm>
            <a:prstGeom prst="ellipse">
              <a:avLst/>
            </a:prstGeom>
            <a:solidFill>
              <a:schemeClr val="accent2">
                <a:lumMod val="75000"/>
                <a:alpha val="90000"/>
              </a:schemeClr>
            </a:solidFill>
            <a:ln>
              <a:noFill/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825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4" name="Oval 44"/>
            <p:cNvSpPr>
              <a:spLocks noChangeAspect="1"/>
            </p:cNvSpPr>
            <p:nvPr/>
          </p:nvSpPr>
          <p:spPr>
            <a:xfrm>
              <a:off x="7864011" y="6291405"/>
              <a:ext cx="144000" cy="144000"/>
            </a:xfrm>
            <a:prstGeom prst="ellipse">
              <a:avLst/>
            </a:prstGeom>
            <a:solidFill>
              <a:schemeClr val="accent1">
                <a:lumMod val="75000"/>
                <a:alpha val="90000"/>
              </a:schemeClr>
            </a:solidFill>
            <a:ln>
              <a:noFill/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825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5" name="Oval 45"/>
            <p:cNvSpPr>
              <a:spLocks noChangeAspect="1"/>
            </p:cNvSpPr>
            <p:nvPr/>
          </p:nvSpPr>
          <p:spPr>
            <a:xfrm>
              <a:off x="8042021" y="6291405"/>
              <a:ext cx="144000" cy="144000"/>
            </a:xfrm>
            <a:prstGeom prst="ellipse">
              <a:avLst/>
            </a:prstGeom>
            <a:solidFill>
              <a:schemeClr val="accent3">
                <a:lumMod val="75000"/>
                <a:alpha val="90000"/>
              </a:schemeClr>
            </a:solidFill>
            <a:ln>
              <a:noFill/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825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6" name="Oval 46"/>
            <p:cNvSpPr>
              <a:spLocks noChangeAspect="1"/>
            </p:cNvSpPr>
            <p:nvPr/>
          </p:nvSpPr>
          <p:spPr>
            <a:xfrm>
              <a:off x="8210506" y="6291405"/>
              <a:ext cx="144000" cy="144000"/>
            </a:xfrm>
            <a:prstGeom prst="ellipse">
              <a:avLst/>
            </a:prstGeom>
            <a:solidFill>
              <a:schemeClr val="accent4">
                <a:lumMod val="75000"/>
                <a:alpha val="90000"/>
              </a:schemeClr>
            </a:solidFill>
            <a:ln>
              <a:noFill/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825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7" name="Oval 47"/>
            <p:cNvSpPr>
              <a:spLocks noChangeAspect="1"/>
            </p:cNvSpPr>
            <p:nvPr/>
          </p:nvSpPr>
          <p:spPr>
            <a:xfrm>
              <a:off x="8378991" y="6291405"/>
              <a:ext cx="144000" cy="144000"/>
            </a:xfrm>
            <a:prstGeom prst="ellipse">
              <a:avLst/>
            </a:prstGeom>
            <a:solidFill>
              <a:schemeClr val="accent5">
                <a:lumMod val="75000"/>
                <a:alpha val="90000"/>
              </a:schemeClr>
            </a:solidFill>
            <a:ln>
              <a:noFill/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825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8" name="Oval 48"/>
            <p:cNvSpPr>
              <a:spLocks noChangeAspect="1"/>
            </p:cNvSpPr>
            <p:nvPr/>
          </p:nvSpPr>
          <p:spPr>
            <a:xfrm>
              <a:off x="8547476" y="6291405"/>
              <a:ext cx="144000" cy="144000"/>
            </a:xfrm>
            <a:prstGeom prst="ellipse">
              <a:avLst/>
            </a:prstGeom>
            <a:solidFill>
              <a:schemeClr val="accent5">
                <a:alpha val="90000"/>
              </a:schemeClr>
            </a:solidFill>
            <a:ln>
              <a:noFill/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825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29" name="Subtitle 2"/>
          <p:cNvSpPr txBox="1">
            <a:spLocks/>
          </p:cNvSpPr>
          <p:nvPr userDrawn="1"/>
        </p:nvSpPr>
        <p:spPr>
          <a:xfrm>
            <a:off x="177101" y="4884288"/>
            <a:ext cx="1459710" cy="237757"/>
          </a:xfrm>
          <a:prstGeom prst="rect">
            <a:avLst/>
          </a:prstGeom>
        </p:spPr>
        <p:txBody>
          <a:bodyPr wrap="square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id-ID" sz="105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Calibri Light"/>
                <a:ea typeface="+mn-ea"/>
                <a:cs typeface="+mn-cs"/>
              </a:rPr>
              <a:t>www.sinfo-one.it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Calibri Light"/>
              <a:ea typeface="+mn-ea"/>
              <a:cs typeface="+mn-cs"/>
            </a:endParaRPr>
          </a:p>
        </p:txBody>
      </p:sp>
      <p:cxnSp>
        <p:nvCxnSpPr>
          <p:cNvPr id="30" name="Straight Connector 50"/>
          <p:cNvCxnSpPr/>
          <p:nvPr userDrawn="1"/>
        </p:nvCxnSpPr>
        <p:spPr>
          <a:xfrm>
            <a:off x="0" y="4845824"/>
            <a:ext cx="9144000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  <a:prstDash val="sysDot"/>
            <a:headEnd type="none" w="med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Flowchart: Off-page Connector 28"/>
          <p:cNvSpPr/>
          <p:nvPr userDrawn="1"/>
        </p:nvSpPr>
        <p:spPr>
          <a:xfrm>
            <a:off x="8698691" y="4685700"/>
            <a:ext cx="283029" cy="315686"/>
          </a:xfrm>
          <a:prstGeom prst="flowChartOffpageConnector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2" name="Subtitle 2"/>
          <p:cNvSpPr txBox="1">
            <a:spLocks/>
          </p:cNvSpPr>
          <p:nvPr userDrawn="1"/>
        </p:nvSpPr>
        <p:spPr>
          <a:xfrm>
            <a:off x="8630531" y="4717548"/>
            <a:ext cx="403944" cy="235449"/>
          </a:xfrm>
          <a:prstGeom prst="rect">
            <a:avLst/>
          </a:prstGeom>
        </p:spPr>
        <p:txBody>
          <a:bodyPr vert="horz" wrap="square" lIns="68580" tIns="34290" rIns="68580" bIns="34290" rtlCol="0">
            <a:sp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5BC7B3C4-688C-4C03-84C4-F5EEB57CAA43}" type="slidenum">
              <a:rPr kumimoji="0" lang="id-ID" sz="1200" b="0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lumMod val="95000"/>
                  </a:prstClr>
                </a:solidFill>
                <a:effectLst/>
                <a:uLnTx/>
                <a:uFillTx/>
                <a:latin typeface="Calibri Light"/>
                <a:ea typeface="+mn-ea"/>
                <a:cs typeface="+mn-cs"/>
              </a:rPr>
              <a:pPr marL="0" marR="0" lvl="0" indent="0" algn="ctr" defTabSz="685800" rtl="0" eaLnBrk="1" fontAlgn="auto" latinLnBrk="0" hangingPunct="1">
                <a:lnSpc>
                  <a:spcPct val="90000"/>
                </a:lnSpc>
                <a:spcBef>
                  <a:spcPts val="75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‹N›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95000"/>
                </a:prstClr>
              </a:solidFill>
              <a:effectLst/>
              <a:uLnTx/>
              <a:uFillTx/>
              <a:latin typeface="Calibri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556601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  <p:sldLayoutId id="2147483703" r:id="rId2"/>
    <p:sldLayoutId id="2147483705" r:id="rId3"/>
    <p:sldLayoutId id="2147483706" r:id="rId4"/>
    <p:sldLayoutId id="2147483719" r:id="rId5"/>
    <p:sldLayoutId id="2147483721" r:id="rId6"/>
    <p:sldLayoutId id="2147483762" r:id="rId7"/>
  </p:sldLayoutIdLst>
  <mc:AlternateContent xmlns:mc="http://schemas.openxmlformats.org/markup-compatibility/2006" xmlns:p14="http://schemas.microsoft.com/office/powerpoint/2010/main">
    <mc:Choice Requires="p14">
      <p:transition spd="med" p14:dur="700" advClick="0">
        <p:fade/>
      </p:transition>
    </mc:Choice>
    <mc:Fallback xmlns="">
      <p:transition spd="med" advClick="0">
        <p:fade/>
      </p:transition>
    </mc:Fallback>
  </mc:AlternateConten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10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10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sellaDiTesto 2"/>
          <p:cNvSpPr txBox="1"/>
          <p:nvPr/>
        </p:nvSpPr>
        <p:spPr>
          <a:xfrm>
            <a:off x="2267744" y="411510"/>
            <a:ext cx="4569008" cy="584775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r>
              <a:rPr lang="it-IT" sz="3200" b="1" dirty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Oracle Analytics Desktop</a:t>
            </a:r>
          </a:p>
        </p:txBody>
      </p:sp>
      <p:pic>
        <p:nvPicPr>
          <p:cNvPr id="7" name="Immagine 6">
            <a:extLst>
              <a:ext uri="{FF2B5EF4-FFF2-40B4-BE49-F238E27FC236}">
                <a16:creationId xmlns:a16="http://schemas.microsoft.com/office/drawing/2014/main" id="{DF21C2FE-A3B3-6A00-3888-3ECBE1A2727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9591" y="1663809"/>
            <a:ext cx="3326770" cy="1728192"/>
          </a:xfrm>
          <a:prstGeom prst="rect">
            <a:avLst/>
          </a:prstGeom>
        </p:spPr>
      </p:pic>
      <p:sp>
        <p:nvSpPr>
          <p:cNvPr id="8" name="CasellaDiTesto 7">
            <a:extLst>
              <a:ext uri="{FF2B5EF4-FFF2-40B4-BE49-F238E27FC236}">
                <a16:creationId xmlns:a16="http://schemas.microsoft.com/office/drawing/2014/main" id="{2C528A1D-6F49-D484-03E7-2799CDA89633}"/>
              </a:ext>
            </a:extLst>
          </p:cNvPr>
          <p:cNvSpPr txBox="1"/>
          <p:nvPr/>
        </p:nvSpPr>
        <p:spPr>
          <a:xfrm>
            <a:off x="4917640" y="1619964"/>
            <a:ext cx="3456384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400" dirty="0">
                <a:solidFill>
                  <a:schemeClr val="accent4"/>
                </a:solidFill>
              </a:rPr>
              <a:t>Oracle Analytics Desktop consente di visualizzare ed esplorare i dati provenienti da dei propri data set locali. È sufficiente collegare dei fogli di calcolo, arricchire o trasformare i dati tramite dei flussi ad hoc al fine di creare dashboards interattive per visualizzare e presentare in modo efficiente i dati importati. </a:t>
            </a:r>
          </a:p>
        </p:txBody>
      </p:sp>
    </p:spTree>
    <p:extLst>
      <p:ext uri="{BB962C8B-B14F-4D97-AF65-F5344CB8AC3E}">
        <p14:creationId xmlns:p14="http://schemas.microsoft.com/office/powerpoint/2010/main" val="39373663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>
        <p:fade/>
      </p:transition>
    </mc:Choice>
    <mc:Fallback xmlns="">
      <p:transition spd="med" advClick="0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sellaDiTesto 2"/>
          <p:cNvSpPr txBox="1"/>
          <p:nvPr/>
        </p:nvSpPr>
        <p:spPr>
          <a:xfrm>
            <a:off x="2267744" y="411510"/>
            <a:ext cx="4569008" cy="584775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r>
              <a:rPr lang="it-IT" sz="3200" b="1" dirty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Oracle Analytics Desktop</a:t>
            </a:r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2C528A1D-6F49-D484-03E7-2799CDA89633}"/>
              </a:ext>
            </a:extLst>
          </p:cNvPr>
          <p:cNvSpPr txBox="1"/>
          <p:nvPr/>
        </p:nvSpPr>
        <p:spPr>
          <a:xfrm>
            <a:off x="4917642" y="1314950"/>
            <a:ext cx="3456384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400" b="1" dirty="0">
                <a:solidFill>
                  <a:schemeClr val="accent4"/>
                </a:solidFill>
              </a:rPr>
              <a:t>Agenda</a:t>
            </a:r>
          </a:p>
          <a:p>
            <a:endParaRPr lang="it-IT" sz="1400" dirty="0">
              <a:solidFill>
                <a:schemeClr val="accent4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1400" dirty="0">
                <a:solidFill>
                  <a:schemeClr val="accent4"/>
                </a:solidFill>
              </a:rPr>
              <a:t>Import fogli di calcolo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1400" dirty="0">
                <a:solidFill>
                  <a:schemeClr val="accent4"/>
                </a:solidFill>
              </a:rPr>
              <a:t>Creazione di data set utilizzando flussi di dati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1400" dirty="0">
                <a:solidFill>
                  <a:schemeClr val="accent4"/>
                </a:solidFill>
              </a:rPr>
              <a:t>Visualizzazione ed analisi dei dati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1400" dirty="0">
                <a:solidFill>
                  <a:schemeClr val="accent4"/>
                </a:solidFill>
              </a:rPr>
              <a:t>Creazione flussi di presentazione e dashboards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1400" dirty="0">
                <a:solidFill>
                  <a:schemeClr val="accent4"/>
                </a:solidFill>
              </a:rPr>
              <a:t>Utilizzo dei modelli predittivi di Oracle Analytics</a:t>
            </a:r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949FE3C2-D2D7-5CF6-75AE-BC326EDD354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2947" y="1314950"/>
            <a:ext cx="3773413" cy="25135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867715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 advClick="0">
        <p:fade/>
      </p:transition>
    </mc:Choice>
    <mc:Fallback>
      <p:transition spd="med" advClick="0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sellaDiTesto 2"/>
          <p:cNvSpPr txBox="1"/>
          <p:nvPr/>
        </p:nvSpPr>
        <p:spPr>
          <a:xfrm>
            <a:off x="2267744" y="411510"/>
            <a:ext cx="4569008" cy="584775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r>
              <a:rPr lang="it-IT" sz="3200" b="1" dirty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Oracle Analytics Desktop</a:t>
            </a:r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2C528A1D-6F49-D484-03E7-2799CDA89633}"/>
              </a:ext>
            </a:extLst>
          </p:cNvPr>
          <p:cNvSpPr txBox="1"/>
          <p:nvPr/>
        </p:nvSpPr>
        <p:spPr>
          <a:xfrm>
            <a:off x="4897482" y="1059582"/>
            <a:ext cx="3456384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400" dirty="0">
                <a:solidFill>
                  <a:schemeClr val="accent4"/>
                </a:solidFill>
              </a:rPr>
              <a:t>Il dataset utilizzato per l’analisi contiene i dati di vendita di tre diversi punti vendita appartenenti ad una catena di supermercati, i dati disponibili coprono un periodo temporale di tre mesi. Gli attributi e le metriche più importanti all’interno del dataset sono: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1400" dirty="0">
                <a:solidFill>
                  <a:schemeClr val="accent4"/>
                </a:solidFill>
              </a:rPr>
              <a:t>Nome del punto vendita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1400" dirty="0">
                <a:solidFill>
                  <a:schemeClr val="accent4"/>
                </a:solidFill>
              </a:rPr>
              <a:t>Città del punto vendita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1400" dirty="0">
                <a:solidFill>
                  <a:schemeClr val="accent4"/>
                </a:solidFill>
              </a:rPr>
              <a:t>Genere dell’acquirente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1400" dirty="0">
                <a:solidFill>
                  <a:schemeClr val="accent4"/>
                </a:solidFill>
              </a:rPr>
              <a:t>Linea di prodotto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1400" dirty="0">
                <a:solidFill>
                  <a:schemeClr val="accent4"/>
                </a:solidFill>
              </a:rPr>
              <a:t>Prezzo unitario del bene venduto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1400" dirty="0">
                <a:solidFill>
                  <a:schemeClr val="accent4"/>
                </a:solidFill>
              </a:rPr>
              <a:t>Costo unitario del bene venduto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1400" dirty="0">
                <a:solidFill>
                  <a:schemeClr val="accent4"/>
                </a:solidFill>
              </a:rPr>
              <a:t>Quantità vendute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1400" dirty="0">
                <a:solidFill>
                  <a:schemeClr val="accent4"/>
                </a:solidFill>
              </a:rPr>
              <a:t>Data ed ora della vendita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1400" dirty="0">
                <a:solidFill>
                  <a:schemeClr val="accent4"/>
                </a:solidFill>
              </a:rPr>
              <a:t>Tipo di pagamento</a:t>
            </a:r>
          </a:p>
        </p:txBody>
      </p:sp>
      <p:pic>
        <p:nvPicPr>
          <p:cNvPr id="7" name="Immagine 6">
            <a:extLst>
              <a:ext uri="{FF2B5EF4-FFF2-40B4-BE49-F238E27FC236}">
                <a16:creationId xmlns:a16="http://schemas.microsoft.com/office/drawing/2014/main" id="{59CDD361-C21C-73C5-379B-8625BED2431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3887" y="1404313"/>
            <a:ext cx="3456386" cy="23348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546677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 advClick="0">
        <p:fade/>
      </p:transition>
    </mc:Choice>
    <mc:Fallback>
      <p:transition spd="med" advClick="0">
        <p:fade/>
      </p:transition>
    </mc:Fallback>
  </mc:AlternateContent>
</p:sld>
</file>

<file path=ppt/theme/theme1.xml><?xml version="1.0" encoding="utf-8"?>
<a:theme xmlns:a="http://schemas.openxmlformats.org/drawingml/2006/main" name="Tema1">
  <a:themeElements>
    <a:clrScheme name="Elica">
      <a:dk1>
        <a:sysClr val="windowText" lastClr="000000"/>
      </a:dk1>
      <a:lt1>
        <a:sysClr val="window" lastClr="FFFFFF"/>
      </a:lt1>
      <a:dk2>
        <a:srgbClr val="212745"/>
      </a:dk2>
      <a:lt2>
        <a:srgbClr val="B4DCFA"/>
      </a:lt2>
      <a:accent1>
        <a:srgbClr val="4E67C8"/>
      </a:accent1>
      <a:accent2>
        <a:srgbClr val="5ECCF3"/>
      </a:accent2>
      <a:accent3>
        <a:srgbClr val="A7EA52"/>
      </a:accent3>
      <a:accent4>
        <a:srgbClr val="5DCEAF"/>
      </a:accent4>
      <a:accent5>
        <a:srgbClr val="FF8021"/>
      </a:accent5>
      <a:accent6>
        <a:srgbClr val="F14124"/>
      </a:accent6>
      <a:hlink>
        <a:srgbClr val="56C7AA"/>
      </a:hlink>
      <a:folHlink>
        <a:srgbClr val="59A8D1"/>
      </a:folHlink>
    </a:clrScheme>
    <a:fontScheme name="Office">
      <a:majorFont>
        <a:latin typeface="Calibri Light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明朝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Tema1">
  <a:themeElements>
    <a:clrScheme name="Elica">
      <a:dk1>
        <a:sysClr val="windowText" lastClr="000000"/>
      </a:dk1>
      <a:lt1>
        <a:sysClr val="window" lastClr="FFFFFF"/>
      </a:lt1>
      <a:dk2>
        <a:srgbClr val="212745"/>
      </a:dk2>
      <a:lt2>
        <a:srgbClr val="B4DCFA"/>
      </a:lt2>
      <a:accent1>
        <a:srgbClr val="4E67C8"/>
      </a:accent1>
      <a:accent2>
        <a:srgbClr val="5ECCF3"/>
      </a:accent2>
      <a:accent3>
        <a:srgbClr val="A7EA52"/>
      </a:accent3>
      <a:accent4>
        <a:srgbClr val="5DCEAF"/>
      </a:accent4>
      <a:accent5>
        <a:srgbClr val="FF8021"/>
      </a:accent5>
      <a:accent6>
        <a:srgbClr val="F14124"/>
      </a:accent6>
      <a:hlink>
        <a:srgbClr val="56C7AA"/>
      </a:hlink>
      <a:folHlink>
        <a:srgbClr val="59A8D1"/>
      </a:folHlink>
    </a:clrScheme>
    <a:fontScheme name="Office">
      <a:majorFont>
        <a:latin typeface="Calibri Light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明朝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Red Orange">
      <a:dk1>
        <a:sysClr val="windowText" lastClr="000000"/>
      </a:dk1>
      <a:lt1>
        <a:sysClr val="window" lastClr="FFFFFF"/>
      </a:lt1>
      <a:dk2>
        <a:srgbClr val="505046"/>
      </a:dk2>
      <a:lt2>
        <a:srgbClr val="EEECE1"/>
      </a:lt2>
      <a:accent1>
        <a:srgbClr val="E84C22"/>
      </a:accent1>
      <a:accent2>
        <a:srgbClr val="FFBD47"/>
      </a:accent2>
      <a:accent3>
        <a:srgbClr val="B64926"/>
      </a:accent3>
      <a:accent4>
        <a:srgbClr val="FF8427"/>
      </a:accent4>
      <a:accent5>
        <a:srgbClr val="CC9900"/>
      </a:accent5>
      <a:accent6>
        <a:srgbClr val="B22600"/>
      </a:accent6>
      <a:hlink>
        <a:srgbClr val="CC9900"/>
      </a:hlink>
      <a:folHlink>
        <a:srgbClr val="666699"/>
      </a:folHlink>
    </a:clrScheme>
    <a:fontScheme name="Office Them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171</Words>
  <Application>Microsoft Office PowerPoint</Application>
  <PresentationFormat>Presentazione su schermo (16:9)</PresentationFormat>
  <Paragraphs>21</Paragraphs>
  <Slides>3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7</vt:i4>
      </vt:variant>
      <vt:variant>
        <vt:lpstr>Tema</vt:lpstr>
      </vt:variant>
      <vt:variant>
        <vt:i4>3</vt:i4>
      </vt:variant>
      <vt:variant>
        <vt:lpstr>Titoli diapositive</vt:lpstr>
      </vt:variant>
      <vt:variant>
        <vt:i4>3</vt:i4>
      </vt:variant>
    </vt:vector>
  </HeadingPairs>
  <TitlesOfParts>
    <vt:vector size="13" baseType="lpstr">
      <vt:lpstr>Arial</vt:lpstr>
      <vt:lpstr>Calibri</vt:lpstr>
      <vt:lpstr>Calibri Light</vt:lpstr>
      <vt:lpstr>Helvetica light</vt:lpstr>
      <vt:lpstr>Helvetica neve light</vt:lpstr>
      <vt:lpstr>Lato</vt:lpstr>
      <vt:lpstr>Montserrat</vt:lpstr>
      <vt:lpstr>Tema1</vt:lpstr>
      <vt:lpstr>1_Tema1</vt:lpstr>
      <vt:lpstr>Office Theme</vt:lpstr>
      <vt:lpstr>Presentazione standard di PowerPoint</vt:lpstr>
      <vt:lpstr>Presentazione standard di PowerPoint</vt:lpstr>
      <vt:lpstr>Presentazione standard di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Diapositiva 1</dc:title>
  <dc:creator>Pomi Patrizia</dc:creator>
  <cp:lastModifiedBy>Extern_SINFO - Emanuele Scarpulla</cp:lastModifiedBy>
  <cp:revision>674</cp:revision>
  <cp:lastPrinted>2019-03-22T13:55:45Z</cp:lastPrinted>
  <dcterms:created xsi:type="dcterms:W3CDTF">2013-03-06T09:03:54Z</dcterms:created>
  <dcterms:modified xsi:type="dcterms:W3CDTF">2023-11-21T11:59:01Z</dcterms:modified>
</cp:coreProperties>
</file>